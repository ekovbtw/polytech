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Представьтесь, назовите тему и округ (СКФО, вариант 4). Скажите, что разберёте три дела — по коммерческой, государственной тайне и персональным данным.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Цель: научиться искать и разбирать судебные решения по защите информации — по одному делу на каждую из трёх тем из судов своего округа. Искали в ГАС Правосудие, СудАкт, картотеке арбитражных дел.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Дело 1. Работницу уволили за разглашение КТ, она пошла в суд. Работодатель: разгласила, уволена законно. Работница: не доказано и несоразмерно. [Пауза: чья возьмёт?] Суд: увольнение незаконно — работодатель не доказал ни оснований, ни порядка, а это крайняя мера.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Дело 2. Истцу прекратили допуск к гостайне, из-за этого уволили. Истец: оснований не было. Ответчик: всё по закону о гостайне. [Пауза: что решил ВС?] ВС не решал по существу — нижестоящие суды нарушили подсудность: такие дела рассматривает не районный, а верховный суд республики. Дело вернули.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Дело 3 (СКФО, Ставрополье). Предприниматель от имени оператора связи оформил два договора на данные женщины без её согласия. Она пожаловалась в прокуратуру. [Пауза: что грозит?] Проверка подтвердила обработку ПДН без согласия; возбуждено дело по ст. 13.11 КоАП, штраф 50 000 ₽, договоры расторгнуты. Вывод: обрабатывать персональные данные можно только с согласия субъекта.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 по трём делам и общий вывод: суды смотрят не только на факт нарушения, но и на процедуру. Спасибо за внимание,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Особенности судебной практики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области защиты информации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7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Коммерческая тайна · Государственная тайна · Персональные данные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0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Северо-Кавказский федеральный округ · Вариант 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группы 5151001/40202
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Эков Илья,  Рамазанов Тимур,  Иванов Владимир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работы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11247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3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навыки работы с государственными ресурсами и судебной системой в области защиты информации и изучить судебную практику — по одному показательному делу на каждую тему из судов Северо-Кавказского федерального округа.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84632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Тема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разбираем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Где искали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Коммерческая тайна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7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Разглашение сведений работником и законность увольнения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ГАС «Правосудие» (sudrf.ru), СудАкт (sudact.ru)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Государственная тайна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Прекращение допуска к гостайне и связанное с ним увольнение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Персональные данные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9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Обязанности оператора и ответственность за нарушения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Отбирали первичные, показательные дела «чистой» тематики, относящиеся к СКФО.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 1. Коммерческая тайна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69880" y="36576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B07A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469880" y="365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3063240"/>
                <a:gridCol w="2697480"/>
                <a:gridCol w="28163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Дата, суд, ссылка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7A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Суть дела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7A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Позиции сторон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7A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 суда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7A1E"/>
                    </a:solidFill>
                  </a:tcPr>
                </a:tc>
              </a:tr>
              <a:tr h="4937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Пятый кассационный суд общей юрисдикции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Определение от 25.05.2023 № 88-4285/2023 (дело № 2-6279/2022)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1-я инст.: райсуд г. Ставрополя, 01.12.2022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Апелляция: Ставропольский краевой суд, 02.02.2023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Источник: na.buhgalteria.ru, klerk.ru (КонсультантПлюс)</a:t>
                      </a:r>
                      <a:endParaRPr lang="en-US" sz="1200" dirty="0"/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ООО «Абтроникс» и работница С. состояли в трудовых отношениях. Работница была ознакомлена с локальными актами о режиме коммерческой тайны и обязалась её не разглашать.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Приказом от 07.09.2022 её уволили по пп. «в» п. 6 ч. 1 ст. 81 ТК РФ — за однократное грубое нарушение трудовых обязанностей: разглашение охраняемой законом (коммерческой) тайны, ставшей известной ей в связи с исполнением работы.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 увольнением работница не согласилась и обратилась в суд с иском к работодателю. Она просила: признать приказ об увольнении незаконным; восстановить её на работе в прежней должности; взыскать средний заработок за всё время вынужденного прогула; взыскать компенсацию морального вреда.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Центральный вопрос спора — доказал ли работодатель сам факт разглашения коммерческой тайны и соблюдение установленной процедуры увольнения. Дело последовательно прошло три инстанции: районный суд г. Ставрополя → Ставропольский краевой суд → Пятый кассационный суд общей юрисдикции.</a:t>
                      </a:r>
                      <a:endParaRPr lang="en-US" sz="1200" dirty="0"/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0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Работодатель: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работница разгласила коммерческую тайну → увольнение законно.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Работница: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основания и порядок увольнения не доказаны; наказание несоразмерно.</a:t>
                      </a:r>
                      <a:endParaRPr lang="en-US" sz="1200" dirty="0"/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Увольнение признано незаконным; Пятый КСОЮ оставил решения в силе.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Обоснование: доказывать законность основания и порядка увольнения обязан работодатель — он не доказал. Увольнение — крайняя мера, нужна соразмерность (ч. 5 ст. 192 ТК РФ).</a:t>
                      </a:r>
                      <a:endParaRPr lang="en-US" sz="1200" dirty="0"/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 2. Государственная тайна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69880" y="36576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A23B3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469880" y="365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ГТ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3063240"/>
                <a:gridCol w="2697480"/>
                <a:gridCol w="28163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Дата, суд, ссылка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Суть дела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Позиции сторон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 суда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3B36"/>
                    </a:solidFill>
                  </a:tcPr>
                </a:tc>
              </a:tr>
              <a:tr h="4937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Верховный Суд РФ,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Судебная коллегия по гражданским делам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Определение от 31.05.2013 № 22-КГ13-4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Истец — Атаев Р.Б.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Ответчик — СУ СК России по РСО-Алания (СКФО)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Источник: dogovor-urist.ru, trudovoikodeks.ru</a:t>
                      </a:r>
                      <a:endParaRPr lang="en-US" sz="1200" dirty="0"/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Атаев Р.Б. проходил службу в Следственном управлении СК России по Республике Северная Осетия — Алания. Занимаемая должность требовала допуска к сведениям, составляющим государственную тайну (по 2-й форме).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Работодатель принял решение о прекращении допуска Атаева к государственной тайне. Поскольку выполняемая работа без такого допуска невозможна, это стало основанием для увольнения по п. 10 ч. 1 ст. 83 ТК РФ (прекращение допуска к гостайне, если работа требует такого допуска).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согласившись с решением, Атаев обратился в суд. Его требования: признать незаконным решение о прекращении допуска к государственной тайне; обязать руководителя СУ СК по РСО-Алания восстановить допуск по 2-й форме; признать незаконным приказ об увольнении; восстановить на службе.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Дело рассматривалось нижестоящими судами республики, после чего по кассационной жалобе дошло до Верховного Суда РФ. Именно на этом этапе выявилась процессуальная особенность — вопрос о том, какому суду вообще подсуден такой спор.</a:t>
                      </a:r>
                      <a:endParaRPr lang="en-US" sz="1200" dirty="0"/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Истец: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оснований для прекращения допуска не было → увольнение незаконно.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2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Ответчик (СУ СК по РСО-Алания):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всё правомерно — по Закону «О государственной тайне» и Инструкции (ПП РФ № 63 от 06.02.2010).</a:t>
                      </a:r>
                      <a:endParaRPr lang="en-US" sz="1200" dirty="0"/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 РФ: дело рассмотрено с нарушением правил родовой подсудности → направлено на новое рассмотрение.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Обоснование: споры, связанные с гостайной, подсудны верховному суду республики (краевому, областному), а не районному суду.</a:t>
                      </a:r>
                      <a:endParaRPr lang="en-US" sz="1200" dirty="0"/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10896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 3. Персональные данные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469880" y="36576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2C7A9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469880" y="3657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ПДН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3063240"/>
                <a:gridCol w="2697480"/>
                <a:gridCol w="281635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Дата, суд, ссылка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9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Суть дела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9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Позиции сторон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9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 суда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7A92"/>
                    </a:solidFill>
                  </a:tcPr>
                </a:tc>
              </a:tr>
              <a:tr h="4937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Ставропольский край, Александровский район (СКФО)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Административное дело по ст. 13.11 КоАП РФ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Возбуждено прокуратурой Александровского района; штраф назначен судом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Нарушитель — предприниматель, действовавший от имени оператора связи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Декабрь 2025 (договоры) — июль 2026 (итог)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Источник: прокуратура Ставропольского края; news.1777.ru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 дела / участок мирового судьи в открытом сообщении не приводятся</a:t>
                      </a:r>
                      <a:endParaRPr lang="en-US" sz="1200" dirty="0"/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Предприниматель, действуя от имени оператора связи, в декабре 2025 года оформил два договора об оказании услуг связи, использовав при этом персональные данные местной жительницы.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Женщина при оформлении договоров не присутствовала и письменного согласия на обработку своих персональных данных не давала. По сути её данные были использованы без её ведома и воли.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Обнаружив оформленные на неё договоры, она обратилась в прокуратуру. Прокурорская проверка подтвердила, что персональные данные обработаны в случаях, не предусмотренных законодательством — то есть без согласия субъекта (ст. 6 и 9 ФЗ-152 «О персональных данных»).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 материалам проверки в отношении виновного возбуждено дело об административном правонарушении по ст. 13.11 КоАП РФ (нарушение законодательства о персональных данных).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Дело «первичное» и «чистой» тематики: нарушение выявлено по обращению самого субъекта персональных данных, предмет спора — именно законность обработки данных.</a:t>
                      </a:r>
                      <a:endParaRPr lang="en-US" sz="1200" dirty="0"/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7A9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Заявительница (субъект ПДН):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её персональные данные использованы без согласия и ведома, договоры оформлены незаконно.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Прокуратура / надзор: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обработка ПДН без согласия не предусмотрена законом (ст. 6, 9 ФЗ-152) и образует состав по ст. 13.11 КоАП.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B7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Оператор связи / предприниматель: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позиция в публичном сообщении не раскрыта.</a:t>
                      </a:r>
                      <a:endParaRPr lang="en-US" sz="1200" dirty="0"/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Виновному назначен административный штраф 50 000 ₽ по ст. 13.11 КоАП РФ.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Незаконно оформленные договоры расторгнуты, права заявительницы восстановлены; исполнение — на контроле прокуратуры.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Обоснование: обработка персональных данных допускается только с согласия субъекта (ст. 6, 9 ФЗ-152); использование данных без такого согласия образует состав правонарушения.</a:t>
                      </a:r>
                      <a:endParaRPr lang="en-US" sz="1200" dirty="0"/>
                    </a:p>
                  </a:txBody>
                  <a:tcPr marL="88900" marR="88900" marT="88900" marB="88900" anchor="t">
                    <a:lnL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B07A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50876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тайны сам по себе не оправдывает увольнение: нужно доказать и факт разглашения, и соразмерность наказания.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A23B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ГТ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69748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Гостайна определяет особый порядок — вплоть до того, какой суд вправе рассматривать спор (подсудность).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2C7A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886200"/>
            <a:ext cx="1143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ПДН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88620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Обрабатывать персональные данные можно только с согласия субъекта; использование чужих данных без согласия — административное правонарушение.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0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вывод: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всем трём видам тайны суд проверяет не только факт нарушения, но и соблюдение процедуры — основания, порядок, подсудность, соразмерность санкции.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2026-10-23T11:37:32Z</dcterms:created>
  <dcterms:modified xsi:type="dcterms:W3CDTF">2026-10-23T11:37:32Z</dcterms:modified>
</cp:coreProperties>
</file>