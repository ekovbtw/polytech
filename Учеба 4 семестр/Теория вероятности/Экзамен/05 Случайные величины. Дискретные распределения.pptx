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BEB977-F2ED-CDDC-96FA-EAFBF99B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Случайные величины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A7623366-E9E8-1C42-B44A-B3B6983F2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Дискретные распределения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188778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CA7B3D-B7C1-4714-3083-6234D009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B127D7-A751-0FDC-72BB-C04D60F7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720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C6BF65-59C2-4705-3E6C-EFE1B3F9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573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A44E71-2BD3-A4AE-3DB7-863017367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7313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F6AFA4-5CE6-1978-44B8-8141A47C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383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F7C464-B8C4-3C49-0BC1-44F4E554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96967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D8D370-017B-A997-D59B-D4F89BE29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326288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4</Words>
  <Application>Microsoft Office PowerPoint</Application>
  <PresentationFormat>Широкоэкранный</PresentationFormat>
  <Paragraphs>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Случайные величины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10</cp:revision>
  <dcterms:created xsi:type="dcterms:W3CDTF">2020-09-13T19:56:13Z</dcterms:created>
  <dcterms:modified xsi:type="dcterms:W3CDTF">2024-10-14T20:48:08Z</dcterms:modified>
</cp:coreProperties>
</file>