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0" r:id="rId16"/>
    <p:sldId id="274" r:id="rId17"/>
    <p:sldId id="269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36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10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87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57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0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49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55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64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55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23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949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832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3849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481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485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73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219CE-73B7-4065-8F75-5E4D2E40669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546B55-71E0-4AC5-A410-5645B93BD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14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9DE83-18C7-F1F7-8361-A47896209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Свойства оценок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F1AE83-6563-DB17-E012-B171E95F68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Несмещённость</a:t>
            </a:r>
            <a:r>
              <a:rPr lang="ru-RU" sz="2800" dirty="0"/>
              <a:t>. Состоятельность. 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402676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5533A-387D-7572-BC89-2110E24E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905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7EB879-BDD7-C624-8E4E-E3D5F2FFA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282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DD15D-D941-67C0-A8B9-C9A83C06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9164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E82557-53A3-B68B-7E61-AD684120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625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143FC4-618A-D7F7-B2F9-9E9F6BA54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0574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F68E95-C1E0-15FC-F797-AB3AA0B0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5078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C92F78-BB19-8165-B980-3ABEA252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526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3545DB-CB3E-8783-1493-C00C50E8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ECB59E-D626-B219-5890-2FB3D383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480" y="164004"/>
            <a:ext cx="2540839" cy="3562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69F8EC-A1EE-CEE1-B0E2-F7290BB88CC3}"/>
              </a:ext>
            </a:extLst>
          </p:cNvPr>
          <p:cNvSpPr txBox="1"/>
          <p:nvPr/>
        </p:nvSpPr>
        <p:spPr>
          <a:xfrm>
            <a:off x="9320480" y="3814881"/>
            <a:ext cx="2943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Роналд </a:t>
            </a:r>
            <a:r>
              <a:rPr lang="ru-RU" b="1" dirty="0" err="1"/>
              <a:t>Эйлмер</a:t>
            </a:r>
            <a:r>
              <a:rPr lang="ru-RU" b="1" dirty="0"/>
              <a:t> Фишер</a:t>
            </a:r>
            <a:r>
              <a:rPr lang="ru-RU" dirty="0"/>
              <a:t> </a:t>
            </a:r>
            <a:r>
              <a:rPr lang="ru-RU" b="1" dirty="0"/>
              <a:t>(</a:t>
            </a:r>
            <a:r>
              <a:rPr lang="en-US" b="1" dirty="0"/>
              <a:t>Ronald Aylmer Fisher, </a:t>
            </a:r>
            <a:r>
              <a:rPr lang="ru-RU" b="1" dirty="0"/>
              <a:t>1890 —1962)</a:t>
            </a:r>
          </a:p>
        </p:txBody>
      </p:sp>
    </p:spTree>
    <p:extLst>
      <p:ext uri="{BB962C8B-B14F-4D97-AF65-F5344CB8AC3E}">
        <p14:creationId xmlns:p14="http://schemas.microsoft.com/office/powerpoint/2010/main" val="188766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1CAD40-AE88-0A18-9208-01498BA34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281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E32FDF-66F6-52B8-7323-D3C6EEE7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2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77ABB1-D509-8FFD-F08F-2C8F50DF5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246" y="3429000"/>
            <a:ext cx="2065188" cy="2780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A5E1E8-268B-3A59-6885-E07DEFD6CCB3}"/>
              </a:ext>
            </a:extLst>
          </p:cNvPr>
          <p:cNvSpPr txBox="1"/>
          <p:nvPr/>
        </p:nvSpPr>
        <p:spPr>
          <a:xfrm>
            <a:off x="9915835" y="6169380"/>
            <a:ext cx="2065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Харальд Крамер</a:t>
            </a:r>
            <a:r>
              <a:rPr lang="ru-RU" dirty="0"/>
              <a:t> </a:t>
            </a:r>
            <a:r>
              <a:rPr lang="ru-RU" b="1" dirty="0"/>
              <a:t>(1893-1985)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4001C0-407B-4BBB-CDFB-84B5D6B559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" t="18864" r="9398" b="-18864"/>
          <a:stretch/>
        </p:blipFill>
        <p:spPr>
          <a:xfrm>
            <a:off x="9240000" y="139737"/>
            <a:ext cx="2952000" cy="31237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E2128A-AE4A-8807-5B40-D64309736F61}"/>
              </a:ext>
            </a:extLst>
          </p:cNvPr>
          <p:cNvSpPr txBox="1"/>
          <p:nvPr/>
        </p:nvSpPr>
        <p:spPr>
          <a:xfrm>
            <a:off x="9099290" y="2699902"/>
            <a:ext cx="3233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Кальямпуди</a:t>
            </a:r>
            <a:r>
              <a:rPr lang="ru-RU" b="1" dirty="0"/>
              <a:t> </a:t>
            </a:r>
            <a:r>
              <a:rPr lang="ru-RU" b="1" dirty="0" err="1"/>
              <a:t>Радхакришна</a:t>
            </a:r>
            <a:r>
              <a:rPr lang="ru-RU" b="1" dirty="0"/>
              <a:t> </a:t>
            </a:r>
            <a:r>
              <a:rPr lang="ru-RU" b="1" dirty="0" err="1"/>
              <a:t>Рао</a:t>
            </a:r>
            <a:r>
              <a:rPr lang="ru-RU" dirty="0"/>
              <a:t> (1920—2023)</a:t>
            </a:r>
          </a:p>
        </p:txBody>
      </p:sp>
    </p:spTree>
    <p:extLst>
      <p:ext uri="{BB962C8B-B14F-4D97-AF65-F5344CB8AC3E}">
        <p14:creationId xmlns:p14="http://schemas.microsoft.com/office/powerpoint/2010/main" val="234814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1AC1BB-9C7F-94F1-B12F-B1218CA86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126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06F640-9441-09D1-C200-9F2EBE6C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32289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839820-2DE2-0C89-E46D-DF6C3694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2782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E8328D-8591-8FFA-9C2E-4AD1544E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83431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8C26-26ED-E56F-F910-211C549C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2939A5-AEAB-B5AA-D94B-B8217DDB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043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13C68A-1B94-80C4-28F5-170D3785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922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EFC9F6-EFA2-2DFC-CA11-5F4FC43A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778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A088B9-9F3B-8E1A-5A4D-14CBEDB0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165524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30</Words>
  <Application>Microsoft Office PowerPoint</Application>
  <PresentationFormat>Широкоэкранный</PresentationFormat>
  <Paragraphs>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Аспект</vt:lpstr>
      <vt:lpstr>Свойства оценок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6</cp:revision>
  <dcterms:created xsi:type="dcterms:W3CDTF">2021-02-12T07:16:04Z</dcterms:created>
  <dcterms:modified xsi:type="dcterms:W3CDTF">2026-02-26T10:01:34Z</dcterms:modified>
</cp:coreProperties>
</file>