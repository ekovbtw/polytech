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5" r:id="rId3"/>
    <p:sldId id="264" r:id="rId4"/>
    <p:sldId id="266" r:id="rId5"/>
    <p:sldId id="267" r:id="rId6"/>
    <p:sldId id="268" r:id="rId7"/>
    <p:sldId id="26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14.10.2024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7D554-DE94-9C6A-B16C-E9B187518A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Дисперсия</a:t>
            </a:r>
          </a:p>
        </p:txBody>
      </p:sp>
    </p:spTree>
    <p:extLst>
      <p:ext uri="{BB962C8B-B14F-4D97-AF65-F5344CB8AC3E}">
        <p14:creationId xmlns:p14="http://schemas.microsoft.com/office/powerpoint/2010/main" val="4227109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121FC5C-8AC2-F1E4-719B-308DA6BF8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2" y="0"/>
            <a:ext cx="9717292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9253302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63D35375-C0A3-6D1B-B032-5381537EF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73538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DE6B870-E0CB-8F1B-3F11-4C83ED8DE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70101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E4B7615-F98F-8147-B978-721E278DE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44397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A028C75-842A-4668-78EF-82F2DDF26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29046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DDC95D5-FDF2-F32A-D166-2E4A1E0E7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04858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51228354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67</TotalTime>
  <Words>1</Words>
  <Application>Microsoft Office PowerPoint</Application>
  <PresentationFormat>Широкоэкранный</PresentationFormat>
  <Paragraphs>1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Wingdings 3</vt:lpstr>
      <vt:lpstr>Аспект</vt:lpstr>
      <vt:lpstr>Дисперсия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13</cp:revision>
  <dcterms:created xsi:type="dcterms:W3CDTF">2020-09-13T19:56:13Z</dcterms:created>
  <dcterms:modified xsi:type="dcterms:W3CDTF">2024-10-14T20:35:07Z</dcterms:modified>
</cp:coreProperties>
</file>