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24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81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52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86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56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63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66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38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9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605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3303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511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872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3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972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6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6793D-E299-4117-B719-8828DA573D96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0E908B-7F14-4A08-A3DA-F10A38B1C1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11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64328-3215-AE84-7FEB-6A1C006C0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Проверка статистических гипотез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60CB13-FEF9-5E49-CD96-A03CC1CB83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219900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E9A150-9188-C503-C935-6FD03780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085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7EFE0D-5A43-9F94-C388-D7B72CD4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338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F57CE2-862D-542D-BE1F-ED3A950A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0420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769A7B-FC66-6285-8B53-BD0A0F1D4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099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ED3A87-BCCA-7F6F-C29E-7355D480E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269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706CD-FA28-0BD4-A819-2AA36F787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0877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0B714D-3AAB-FDBA-D43A-BA9D89099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502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431CC1-ABF9-FF59-6A83-382BF069F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681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C1BC8B-4DA0-14EC-2152-556179A93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7260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668A6E-5E47-9BAD-B1FC-11000043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50648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FC698D-BE94-79FD-AD38-0A45A22F1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9548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BE6714-4504-4F67-F6CD-685345493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46802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9F0181-A75B-26E3-AD16-5D1342569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612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A46820-91DD-5405-F796-4E4926EF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9309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1FF14A-3E4C-CC6A-1486-DB27D517B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5153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3A4EC-32E7-65B0-930E-A815D08E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46655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2F2BA5-A7C3-FD09-801A-4E611387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8888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DE5CB4-401B-7A6F-CBCA-775125CE5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07625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343681-5045-8C7B-BECE-3BAF11DB6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1565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90D96D-F203-0EB5-7C89-972BDB7F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1100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77128B-CE99-6D8F-273F-9F8B1E8B5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5256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382895-53EC-0690-C860-CEE1C1897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4928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B8DFCD-BDA8-8C3A-185B-D294E71A7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42819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4</Words>
  <Application>Microsoft Office PowerPoint</Application>
  <PresentationFormat>Широкоэкранный</PresentationFormat>
  <Paragraphs>2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Trebuchet MS</vt:lpstr>
      <vt:lpstr>Wingdings 3</vt:lpstr>
      <vt:lpstr>Аспект</vt:lpstr>
      <vt:lpstr>Проверка статистических гипотез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6</cp:revision>
  <dcterms:created xsi:type="dcterms:W3CDTF">2020-04-08T23:16:22Z</dcterms:created>
  <dcterms:modified xsi:type="dcterms:W3CDTF">2026-03-12T09:59:11Z</dcterms:modified>
</cp:coreProperties>
</file>