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63" r:id="rId3"/>
    <p:sldId id="264" r:id="rId4"/>
    <p:sldId id="265" r:id="rId5"/>
    <p:sldId id="266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7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9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7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8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38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33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61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06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1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42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42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4336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32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7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02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9BEB977-F2ED-CDDC-96FA-EAFBF99BC6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Случайные величины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A7623366-E9E8-1C42-B44A-B3B6983F2B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Непрерывные распределения</a:t>
            </a:r>
          </a:p>
        </p:txBody>
      </p:sp>
    </p:spTree>
    <p:extLst>
      <p:ext uri="{BB962C8B-B14F-4D97-AF65-F5344CB8AC3E}">
        <p14:creationId xmlns:p14="http://schemas.microsoft.com/office/powerpoint/2010/main" val="1887782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F04FFE-7649-2E58-AFDD-974FEB2E6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27109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1A6591-4356-C68B-9F8A-CBB3DCF4B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704860" cy="68580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07205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304B68-B80F-19D6-A615-2F054CE2D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75731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101B670-7A6F-4C89-E4DF-3A32BC008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57313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7388CA1-189C-013C-DE76-A3B74F5A3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83830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D2C4A8-0BE1-7A81-EE7A-BE424B102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96967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63D4FA-2091-3FDE-C749-D9BEF3379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0326288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</TotalTime>
  <Words>4</Words>
  <Application>Microsoft Office PowerPoint</Application>
  <PresentationFormat>Широкоэкранный</PresentationFormat>
  <Paragraphs>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Аспект</vt:lpstr>
      <vt:lpstr>Случайные величины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11</cp:revision>
  <dcterms:created xsi:type="dcterms:W3CDTF">2020-09-13T19:56:13Z</dcterms:created>
  <dcterms:modified xsi:type="dcterms:W3CDTF">2024-10-14T20:48:17Z</dcterms:modified>
</cp:coreProperties>
</file>