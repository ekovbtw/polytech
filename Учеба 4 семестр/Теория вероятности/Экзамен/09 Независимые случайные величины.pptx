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6" r:id="rId3"/>
    <p:sldId id="265" r:id="rId4"/>
    <p:sldId id="267" r:id="rId5"/>
    <p:sldId id="269" r:id="rId6"/>
    <p:sldId id="270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A48D8D-8BA1-10B2-8013-1483A4BF93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Независимые случайные величины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90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D434F8-84F2-5862-50A8-41047DCA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51215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7032FA-F353-E0B8-F8D7-6329BCAB7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573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2F6332-9548-4CED-B92B-F390951C3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766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1A0619-8284-50CE-CE79-F764F0791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7944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26CB9D-847E-D75B-F2E9-E70859E5F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191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751762-B8B5-EA29-DFA0-4A19BB1FF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90521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0FAFFF-1C24-A804-07E2-F7AC6777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8965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EF2B8E-5C9F-F44A-DF9F-D2A547330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04654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C56417-92AD-8601-1C3B-3298EA88C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1770488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</TotalTime>
  <Words>3</Words>
  <Application>Microsoft Office PowerPoint</Application>
  <PresentationFormat>Широкоэкранный</PresentationFormat>
  <Paragraphs>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Аспект</vt:lpstr>
      <vt:lpstr>Независимые случайные величины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15</cp:revision>
  <dcterms:created xsi:type="dcterms:W3CDTF">2020-09-13T19:56:13Z</dcterms:created>
  <dcterms:modified xsi:type="dcterms:W3CDTF">2024-10-14T20:48:38Z</dcterms:modified>
</cp:coreProperties>
</file>