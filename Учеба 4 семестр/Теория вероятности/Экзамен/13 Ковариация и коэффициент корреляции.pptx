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3271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8990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076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5881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1383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0333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9618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2064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647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0017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9422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80420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4336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33321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38789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635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027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AFE9E8-6E67-1217-4681-611B69F2E0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1487" y="2404534"/>
            <a:ext cx="8592516" cy="1646302"/>
          </a:xfrm>
        </p:spPr>
        <p:txBody>
          <a:bodyPr/>
          <a:lstStyle/>
          <a:p>
            <a:r>
              <a:rPr lang="ru-RU" dirty="0"/>
              <a:t>Ковариация. Коэффициент корреляции</a:t>
            </a:r>
          </a:p>
        </p:txBody>
      </p:sp>
    </p:spTree>
    <p:extLst>
      <p:ext uri="{BB962C8B-B14F-4D97-AF65-F5344CB8AC3E}">
        <p14:creationId xmlns:p14="http://schemas.microsoft.com/office/powerpoint/2010/main" val="4227109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4039991-F8EF-E4D9-62E6-9E4B2E4F7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25330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AED0BB3-F05E-B8F4-C010-1CB24F3EE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20123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F458F94-01F3-C9B1-E914-2A3A8B306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32505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BEB418B-3108-82B9-15F5-0DED091E2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670806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E485284-D872-1547-B363-08DA7526C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07804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E45CF2E-3677-613E-5AA4-D4D131345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482462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F1CEE24-3468-4D68-9537-F574D0C20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3344" cy="686399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46858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6876213-E8EA-C135-0EEE-77F97F811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69621444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105</TotalTime>
  <Words>4</Words>
  <Application>Microsoft Office PowerPoint</Application>
  <PresentationFormat>Широкоэкранный</PresentationFormat>
  <Paragraphs>1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Аспект</vt:lpstr>
      <vt:lpstr>Ковариация. Коэффициент корреляции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Елена Александрова</cp:lastModifiedBy>
  <cp:revision>17</cp:revision>
  <dcterms:created xsi:type="dcterms:W3CDTF">2020-09-13T19:56:13Z</dcterms:created>
  <dcterms:modified xsi:type="dcterms:W3CDTF">2024-10-14T20:48:52Z</dcterms:modified>
</cp:coreProperties>
</file>