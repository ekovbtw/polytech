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7" r:id="rId3"/>
    <p:sldId id="256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0526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934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6807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3670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41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137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0585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5904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537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39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878970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04512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70711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3486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9485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3656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CBD8F-95CD-4661-9AF8-5762E11A4489}" type="datetimeFigureOut">
              <a:rPr lang="ru-RU" smtClean="0"/>
              <a:t>13.11.2025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A78B87E-EEFD-4A97-B36B-BF4BC9657E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8330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4DE6FF4A-0AEE-2487-C18A-AEAEA337D0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Цепи Маркова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AE9BC36-99C7-9EBA-88CC-041A8CBA6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Основные определения</a:t>
            </a:r>
          </a:p>
        </p:txBody>
      </p:sp>
    </p:spTree>
    <p:extLst>
      <p:ext uri="{BB962C8B-B14F-4D97-AF65-F5344CB8AC3E}">
        <p14:creationId xmlns:p14="http://schemas.microsoft.com/office/powerpoint/2010/main" val="1544926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FF3984-859A-701B-C047-C9F39441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35055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666997-BC2C-0A45-2AE3-9C23107A8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55216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8A97E9-7062-D55B-BD44-6C8BCC3EE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7F88EE-1AEF-5CA8-12F2-961738471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6186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8464A-41D3-ED96-3229-A430097F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1CE125B-55AA-5AA3-D131-74271A588E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9395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09B1C-3AFF-D505-D59F-2297798DD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45DAB95-5A1B-0DD9-63CA-AA90E7B64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60481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AC94-C455-C75A-33EF-0D55DEC34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DC0826-D516-EC34-951C-4DA7C1C5F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910333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C4F5F-9B29-CDB0-A664-565E409A8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F4029C-AF42-A38B-7A1D-EC5834C2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4914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A7463-12E5-87D5-B4BF-22E4F44C7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470EAEC-B1DA-1ECD-CB49-27A41A19F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3951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7BC50-4E46-0BA0-F4FC-A62D220C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4C4AEC-E87D-D0F0-F0F9-FCA5A0EA3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39223" cy="68734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5446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38B03-38FC-370A-F997-2D38A679B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5DCA8C-80B6-99B1-CCE3-656EED1BA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088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33F11-D623-690E-AD53-3018E80EB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4413EC3-B99A-9A9D-E47F-6AA52DD57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76537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83ECA-4D26-262D-DD5E-02514ECC8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7C210C-EE30-4189-987C-C693813C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83371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E2FA5-3094-3C12-8685-C895F5C94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D1D630C-E043-6418-90FB-657650F00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310185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9CB5-88C1-2D0B-9431-B17F90262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0FAF5F-B0E5-5AD9-468B-4F87E0234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2724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4581A-7D2A-7371-614E-80F099D9D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C5C60AC-FCE2-08DC-CAB3-2A1F341E8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164462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EC6B2-FA80-932F-9E03-D351C01E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D13ED1D-3B88-A573-4DC3-26B35B6EC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37521338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102</TotalTime>
  <Words>4</Words>
  <Application>Microsoft Office PowerPoint</Application>
  <PresentationFormat>Широкоэкранный</PresentationFormat>
  <Paragraphs>2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1" baseType="lpstr">
      <vt:lpstr>Arial</vt:lpstr>
      <vt:lpstr>Trebuchet MS</vt:lpstr>
      <vt:lpstr>Wingdings 3</vt:lpstr>
      <vt:lpstr>Аспект</vt:lpstr>
      <vt:lpstr>Цепи Маркова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5</cp:revision>
  <dcterms:created xsi:type="dcterms:W3CDTF">2020-11-01T22:26:53Z</dcterms:created>
  <dcterms:modified xsi:type="dcterms:W3CDTF">2025-11-13T10:11:30Z</dcterms:modified>
</cp:coreProperties>
</file>