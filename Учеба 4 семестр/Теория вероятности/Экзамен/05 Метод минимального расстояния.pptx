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24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80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25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31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99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67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50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37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690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26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0975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051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9927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438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963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51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DCCD6-3266-48AD-B4AB-DB398F738BC8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331AD8-D8F9-4220-922C-7F1B78A21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86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593D21-E10F-47AB-A4E1-0FDE5D857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 минимального расстояния</a:t>
            </a:r>
          </a:p>
        </p:txBody>
      </p:sp>
    </p:spTree>
    <p:extLst>
      <p:ext uri="{BB962C8B-B14F-4D97-AF65-F5344CB8AC3E}">
        <p14:creationId xmlns:p14="http://schemas.microsoft.com/office/powerpoint/2010/main" val="126044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DF7CD5-BDA2-9B19-2A2D-C72E2F6A6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138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74A4A2-A0CC-DE29-4612-4B20DDBB7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5614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701F84-4A95-E0B8-BC1C-D0459A510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50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D9DA4E-694C-365D-805F-6AB2FD7F6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6433312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3</Words>
  <Application>Microsoft Office PowerPoint</Application>
  <PresentationFormat>Широкоэкранный</PresentationFormat>
  <Paragraphs>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Метод минимального расстояния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2</cp:revision>
  <dcterms:created xsi:type="dcterms:W3CDTF">2021-02-26T08:21:43Z</dcterms:created>
  <dcterms:modified xsi:type="dcterms:W3CDTF">2026-02-11T19:19:17Z</dcterms:modified>
</cp:coreProperties>
</file>