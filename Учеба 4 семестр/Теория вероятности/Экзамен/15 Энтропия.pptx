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26.10.2022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88DD3-B0CF-7F2F-516F-862B8A2C1A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Энтропия</a:t>
            </a:r>
          </a:p>
        </p:txBody>
      </p:sp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F67156-F9F3-C26C-7488-C386C9B58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533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EE2BEE-23E7-53D6-1FCD-D4D4946A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012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87EF24-2777-EB43-E6B5-C1F9E7F3E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00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F5CEB0-12D1-BDD8-CD5F-255BB9AE4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4524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9C8A97-F894-4748-D90C-077FBC1B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6775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16C081-7E2A-F25A-0C68-32D2B750E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330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282256-AD28-0B5D-FD6E-D095BE26F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823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64AEBA-FE23-2F4A-9886-95A307D84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0860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11BC25-DFC7-47BD-FFFE-B51648187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6438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B84E08-02ED-44C1-2B66-A7D514E85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3948767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99</TotalTime>
  <Words>1</Words>
  <Application>Microsoft Office PowerPoint</Application>
  <PresentationFormat>Широкоэкранный</PresentationFormat>
  <Paragraphs>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Аспект</vt:lpstr>
      <vt:lpstr>Энтропия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17</cp:revision>
  <dcterms:created xsi:type="dcterms:W3CDTF">2020-09-13T19:56:13Z</dcterms:created>
  <dcterms:modified xsi:type="dcterms:W3CDTF">2022-10-26T19:27:31Z</dcterms:modified>
</cp:coreProperties>
</file>