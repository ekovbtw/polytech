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8" r:id="rId3"/>
    <p:sldId id="256" r:id="rId4"/>
    <p:sldId id="257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38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07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50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329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26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20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9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46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60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59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598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509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6549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897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203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03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7278D-E931-425F-9619-D44AA6EB96B4}" type="datetimeFigureOut">
              <a:rPr lang="ru-RU" smtClean="0"/>
              <a:t>23.11.2023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13F7BD-4ED2-4991-A6D9-65119422E0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23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F32279B-731B-90C4-439C-5D1569C64A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Предельные теоремы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186E17EF-108F-66A7-5473-D9445A616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Неравенство Чебышёва</a:t>
            </a:r>
          </a:p>
        </p:txBody>
      </p:sp>
    </p:spTree>
    <p:extLst>
      <p:ext uri="{BB962C8B-B14F-4D97-AF65-F5344CB8AC3E}">
        <p14:creationId xmlns:p14="http://schemas.microsoft.com/office/powerpoint/2010/main" val="382495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3140E7-62C2-E2D7-94CA-8D6C3BB5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451DB8-A62F-430E-A9F3-B70A53568A6E}"/>
              </a:ext>
            </a:extLst>
          </p:cNvPr>
          <p:cNvSpPr txBox="1"/>
          <p:nvPr/>
        </p:nvSpPr>
        <p:spPr>
          <a:xfrm>
            <a:off x="713834" y="6147123"/>
            <a:ext cx="88873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B0F0"/>
                </a:solidFill>
              </a:rPr>
              <a:t>Чебышёв П.Л. </a:t>
            </a:r>
            <a:r>
              <a:rPr lang="en-US" sz="1600" dirty="0">
                <a:solidFill>
                  <a:srgbClr val="00B0F0"/>
                </a:solidFill>
              </a:rPr>
              <a:t>https://bigenc.ru/mathematics/text/4680961</a:t>
            </a:r>
            <a:endParaRPr lang="ru-RU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57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53E65B-0191-019E-38C8-C3CF34CF5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87295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9E1F94-5459-C942-3C72-077F9BAF0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08019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1FDF59-AE7B-D480-49A2-057AD2E25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3578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FC2BA5-4442-5688-7E75-A49DDFA62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4026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CB8040-6C18-9F2F-2FC3-9A475001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8063254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20</Words>
  <Application>Microsoft Office PowerPoint</Application>
  <PresentationFormat>Широкоэкранный</PresentationFormat>
  <Paragraphs>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Предельные теоремы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4</cp:revision>
  <dcterms:created xsi:type="dcterms:W3CDTF">2020-10-11T14:00:48Z</dcterms:created>
  <dcterms:modified xsi:type="dcterms:W3CDTF">2023-11-23T11:12:33Z</dcterms:modified>
</cp:coreProperties>
</file>