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9" r:id="rId3"/>
    <p:sldId id="260" r:id="rId4"/>
    <p:sldId id="261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988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12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22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93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229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12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98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34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93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05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2968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425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1625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253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91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68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80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5D5CA-277C-353B-9D29-ECD52B546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Цепи Маркова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CCB92B-BAB5-50EA-07C6-D0057F773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Эргодическая теорема. Предварительные сведения</a:t>
            </a:r>
          </a:p>
        </p:txBody>
      </p:sp>
    </p:spTree>
    <p:extLst>
      <p:ext uri="{BB962C8B-B14F-4D97-AF65-F5344CB8AC3E}">
        <p14:creationId xmlns:p14="http://schemas.microsoft.com/office/powerpoint/2010/main" val="289145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F507EC-6F23-98FD-2240-D8E917EF4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8863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580390-1961-14AB-D47E-AC583F9AC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60830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2F068F-6AFD-D3B3-4F4C-FE6C0F55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3870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3821AD-A29E-F8D5-DF4C-A7606814F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0283194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7</Words>
  <Application>Microsoft Office PowerPoint</Application>
  <PresentationFormat>Широкоэкранный</PresentationFormat>
  <Paragraphs>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Аспект</vt:lpstr>
      <vt:lpstr>Цепи Маркова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3</cp:revision>
  <dcterms:created xsi:type="dcterms:W3CDTF">2020-11-15T17:47:28Z</dcterms:created>
  <dcterms:modified xsi:type="dcterms:W3CDTF">2025-12-04T09:24:13Z</dcterms:modified>
</cp:coreProperties>
</file>