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970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2716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767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742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6435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159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22585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1324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240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099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25627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218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4182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208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278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763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92BB9-4B50-4486-9CAF-0DD04DC9C799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4E235BF-9250-42ED-94A2-69FFAAD2AA1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645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C451F-27AA-812D-93F8-92CE340036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Метод моментов</a:t>
            </a:r>
          </a:p>
        </p:txBody>
      </p:sp>
    </p:spTree>
    <p:extLst>
      <p:ext uri="{BB962C8B-B14F-4D97-AF65-F5344CB8AC3E}">
        <p14:creationId xmlns:p14="http://schemas.microsoft.com/office/powerpoint/2010/main" val="1133795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16AE881-7FB6-FC82-4755-3C022EF99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33510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B092E-0FD2-3614-0E31-1EB0555DF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DCA077-945E-AE6D-123C-0234A0AC6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94580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0F5AF-D21C-3E07-86F7-DE6BEDCF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BAD03DC-BC64-B160-1222-C1BB4C46F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29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E198F-5FDB-DEA7-3D71-5FAD01B1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52EC81-5C53-2BE6-1389-755D23B82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3296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9147C-1024-6AC1-773B-A8BDAF252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0E15EE-FD2F-9449-25F0-C6B983C53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8505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C1060-2B36-F793-837F-4CF872D3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C1C1FA-4116-13C0-97ED-AF333A50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6056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9ABE1-E37D-BBED-23A0-3E583979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300155-44A1-7BAC-9DBF-235D2E9ED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977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1738739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2</Words>
  <Application>Microsoft Office PowerPoint</Application>
  <PresentationFormat>Широкоэкранный</PresentationFormat>
  <Paragraphs>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Метод моментов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2021-02-12T07:21:54Z</dcterms:created>
  <dcterms:modified xsi:type="dcterms:W3CDTF">2026-02-11T19:18:06Z</dcterms:modified>
</cp:coreProperties>
</file>