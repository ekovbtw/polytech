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9" r:id="rId3"/>
    <p:sldId id="261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988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12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22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93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229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12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98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34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93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05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2968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425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1625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253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910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68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80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5D5CA-277C-353B-9D29-ECD52B546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Цепи Маркова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CCB92B-BAB5-50EA-07C6-D0057F773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Поглощающие цепи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61F31-E536-80BC-B4F9-5BD440F3D260}"/>
              </a:ext>
            </a:extLst>
          </p:cNvPr>
          <p:cNvSpPr txBox="1"/>
          <p:nvPr/>
        </p:nvSpPr>
        <p:spPr>
          <a:xfrm>
            <a:off x="517943" y="4742230"/>
            <a:ext cx="1115611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Кемени, Джон Дж. Конечные цепи Маркова / </a:t>
            </a:r>
            <a:br>
              <a:rPr lang="ru-RU" sz="26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Д. Д. Кемени, Д. Л. </a:t>
            </a:r>
            <a:r>
              <a:rPr lang="ru-RU" sz="2600" dirty="0" err="1"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Снелл</a:t>
            </a:r>
            <a:r>
              <a:rPr lang="ru-RU" sz="26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  <a:br>
              <a:rPr lang="ru-RU" sz="26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Пер. с англ. С. А. Молчанова, Н. Б. Левиной, Я. А. Когана. </a:t>
            </a:r>
            <a:br>
              <a:rPr lang="ru-RU" sz="26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6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Москва : Наука, 1970. 271 с. : ил.</a:t>
            </a:r>
            <a:endParaRPr lang="ru-RU" sz="2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F81307E-7A51-F5CE-1D3D-AA941C0D8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683" y="4720501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5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2FC838-4BD5-B7D9-E8B7-C4AA2E593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8863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BD542C-6B70-1F2A-C119-28BA6BC2A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3870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87108-5BC0-C6FD-196F-617A1C6A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BC64FA-2A06-39DF-9AAF-84B762C8D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3985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EEC97-6D35-7C3E-5FCE-C2123B8F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CC31E8-D6BF-978F-2EF4-4E9A204D1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2819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70F82-4939-3EBA-1706-2A21A841B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1B4F5D-E026-D4B6-1EC3-915DDA3DE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028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70858-8011-5921-A67B-0DD2A4C16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C783CE-08A2-CE68-87FE-06838BE8A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14331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31B43-D4C7-03AB-A768-5E7AE7567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788CC92-1B1E-5BDF-1F3B-59C9338D6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12682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0753F-A1F5-21EA-AB9B-27DCF7EC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93C982-A4BC-BB7D-E45E-23324B7CE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7310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CA09-D3FE-DB00-4581-B1DD2954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5514ED-CBFA-495B-B5A5-6F92C6350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9364659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</TotalTime>
  <Words>63</Words>
  <Application>Microsoft Office PowerPoint</Application>
  <PresentationFormat>Широкоэкранный</PresentationFormat>
  <Paragraphs>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Аспект</vt:lpstr>
      <vt:lpstr>Цепи Маркова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7</cp:revision>
  <dcterms:created xsi:type="dcterms:W3CDTF">2020-11-15T17:47:28Z</dcterms:created>
  <dcterms:modified xsi:type="dcterms:W3CDTF">2025-12-04T09:30:34Z</dcterms:modified>
</cp:coreProperties>
</file>