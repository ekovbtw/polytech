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33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085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87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3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09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60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8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32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85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83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426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33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2718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748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424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26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01979-659A-4118-9E05-03BDD228290D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4D2093-874E-4E83-B09C-7F04B6C78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2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4111349-41A6-A6F8-B403-AD0783415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Критерии согласия</a:t>
            </a:r>
          </a:p>
        </p:txBody>
      </p:sp>
    </p:spTree>
    <p:extLst>
      <p:ext uri="{BB962C8B-B14F-4D97-AF65-F5344CB8AC3E}">
        <p14:creationId xmlns:p14="http://schemas.microsoft.com/office/powerpoint/2010/main" val="264908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6377C6-758D-C5A6-FF76-7B731F1A5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10995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E0543A-AE9A-BF29-F785-CA09F2F8D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970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E684F1-A34A-3932-F367-243F78277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927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9D3C66-02B4-DD58-D8B3-795781549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3192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21556D-BD82-B8C8-4CA5-D8A0A5921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7875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F66AF1-81D9-7500-ADCA-A6D64D11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0621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8C4E8-8094-9AEC-3281-757C59D7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1925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C19D8D-B155-C560-221A-6021E570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3658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2C157F-EA95-CB8D-A2FE-7EE63A67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628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D7BE7B-2DA0-6AE8-5D94-E4050B92D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467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F18C5E-632E-41D1-C7B7-B7B85DF67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9199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5894F4-AE7C-AAC7-9298-BAFE34EF5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0594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D9046D-3EFB-4FF4-9659-42C2DEFA0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9263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BFA1F2-4E39-279E-640F-6EFDB54F2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5001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47F19D-D87A-210E-E3C2-1104E51D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61678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3E9865-5CC6-3C7B-4772-A5425E1C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51634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FD0459-C945-3176-171F-41A806B1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9569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F3A0-E5A2-718E-4B11-87628F326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C64177-7861-C762-7E33-B9CE2F3E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764919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2</Words>
  <Application>Microsoft Office PowerPoint</Application>
  <PresentationFormat>Широкоэкранный</PresentationFormat>
  <Paragraphs>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Аспект</vt:lpstr>
      <vt:lpstr>Критерии согласия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2020-04-08T23:24:32Z</dcterms:created>
  <dcterms:modified xsi:type="dcterms:W3CDTF">2026-03-26T10:12:56Z</dcterms:modified>
</cp:coreProperties>
</file>