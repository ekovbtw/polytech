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44" d="100"/>
          <a:sy n="44" d="100"/>
        </p:scale>
        <p:origin x="28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27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51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71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25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84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09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94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84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06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45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746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968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1354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990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193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18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6EF35-E07C-4203-A3CB-225D4DA739B6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A7BCC6-ED14-4B2B-848D-AD87928D3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8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Классификация состояний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8814F8-B138-F33A-A6CE-09EA677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652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222D6D-527E-7120-9BE5-AB438DD1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5762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F72BF5-1505-8722-AA12-194945E37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114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440601-FF95-2FB4-AEE4-86303D3A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44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60CCD2-5363-5D5B-0950-E074800B7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9551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3A42B9-36EB-FB17-557D-D0CDCEBC1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279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D076EF-12A9-7C16-A85D-A66B8D3E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121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F211A7-2619-DE9E-35C2-CBC431BA9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232781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4</Words>
  <Application>Microsoft Office PowerPoint</Application>
  <PresentationFormat>Широкоэкранный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2</cp:revision>
  <dcterms:created xsi:type="dcterms:W3CDTF">2020-11-01T22:22:45Z</dcterms:created>
  <dcterms:modified xsi:type="dcterms:W3CDTF">2024-11-13T20:09:40Z</dcterms:modified>
</cp:coreProperties>
</file>