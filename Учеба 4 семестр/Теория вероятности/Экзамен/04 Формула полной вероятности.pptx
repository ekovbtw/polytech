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6" r:id="rId3"/>
    <p:sldId id="267" r:id="rId4"/>
    <p:sldId id="268" r:id="rId5"/>
    <p:sldId id="269" r:id="rId6"/>
    <p:sldId id="270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336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3271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789909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76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6588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1383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80333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596184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20640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470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00171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94224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480420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7643366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33321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4387899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354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A981-9CD0-4DC7-8829-9981B4B7ED4F}" type="datetimeFigureOut">
              <a:rPr lang="ru-RU" smtClean="0"/>
              <a:t>08.09.2025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9E986584-76D6-4BD9-94E8-51BECFC9A0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5027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AD49781-A821-5DB4-84E2-FC1ADC8CCA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0389435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ECB6FFB-5211-45B4-0BB8-E848CBE99D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3343" cy="68564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114858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B980F2F-E669-1CD7-9D9D-A5F0824C7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9310832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6DF8FB10-EB16-1D65-E1E4-D831D209FE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3343" cy="685647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3951020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DC95372-E6CE-06F5-C473-843CAF39B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7884351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E2D0443-4151-9C4D-FC6B-8E653D3DA5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9715499" cy="6858000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854088505"/>
      </p:ext>
    </p:extLst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50</TotalTime>
  <Words>0</Words>
  <Application>Microsoft Office PowerPoint</Application>
  <PresentationFormat>Широкоэкранный</PresentationFormat>
  <Paragraphs>0</Paragraphs>
  <Slides>6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6</vt:i4>
      </vt:variant>
    </vt:vector>
  </HeadingPairs>
  <TitlesOfParts>
    <vt:vector size="10" baseType="lpstr">
      <vt:lpstr>Arial</vt:lpstr>
      <vt:lpstr>Trebuchet MS</vt:lpstr>
      <vt:lpstr>Wingdings 3</vt:lpstr>
      <vt:lpstr>Аспект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Елена Александрова</dc:creator>
  <cp:lastModifiedBy>Елена Александрова</cp:lastModifiedBy>
  <cp:revision>9</cp:revision>
  <dcterms:created xsi:type="dcterms:W3CDTF">2020-09-13T19:56:13Z</dcterms:created>
  <dcterms:modified xsi:type="dcterms:W3CDTF">2025-09-08T15:20:27Z</dcterms:modified>
</cp:coreProperties>
</file>