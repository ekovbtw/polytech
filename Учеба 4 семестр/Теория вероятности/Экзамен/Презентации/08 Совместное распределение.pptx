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65" r:id="rId3"/>
    <p:sldId id="267" r:id="rId4"/>
    <p:sldId id="268" r:id="rId5"/>
    <p:sldId id="26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7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9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7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88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38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33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61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06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4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01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942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42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4336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332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7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3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02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AF6DC1-4E15-8437-874E-814953D31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958" y="2404534"/>
            <a:ext cx="9135374" cy="1646302"/>
          </a:xfrm>
        </p:spPr>
        <p:txBody>
          <a:bodyPr/>
          <a:lstStyle/>
          <a:p>
            <a:r>
              <a:rPr lang="ru-RU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Совместное распределение вероятностей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1215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DDA3AE-6AD1-5B78-20D6-96FB0B483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75731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44DABE-AEBF-39A3-F006-6CF50AA0D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35403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8A7DC4-8B02-16A1-E16F-B01A84587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64823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E7C58D-5C23-B8E2-AC83-651C03258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1673872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</TotalTime>
  <Words>3</Words>
  <Application>Microsoft Office PowerPoint</Application>
  <PresentationFormat>Широкоэкранный</PresentationFormat>
  <Paragraphs>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Аспект</vt:lpstr>
      <vt:lpstr>Совместное распределение вероятностей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15</cp:revision>
  <dcterms:created xsi:type="dcterms:W3CDTF">2020-09-13T19:56:13Z</dcterms:created>
  <dcterms:modified xsi:type="dcterms:W3CDTF">2024-10-14T20:48:31Z</dcterms:modified>
</cp:coreProperties>
</file>