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56" r:id="rId3"/>
    <p:sldId id="267" r:id="rId4"/>
    <p:sldId id="268" r:id="rId5"/>
    <p:sldId id="269" r:id="rId6"/>
    <p:sldId id="270" r:id="rId7"/>
    <p:sldId id="271" r:id="rId8"/>
    <p:sldId id="272" r:id="rId9"/>
    <p:sldId id="27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8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06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1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4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3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32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A981-9CD0-4DC7-8829-9981B4B7ED4F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2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315284-E1F4-5929-8068-57D7FDF02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11485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96AD94-5F60-C35E-66FC-43FA89965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38943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8A2921-EDEC-7B66-455C-1F5309895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40396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125057-4997-4E1D-A945-64D2A78B0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91355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23E659-D9E3-F4E0-E098-8F9AC00E9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54499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6CB7C-5E68-AEA6-31B7-07E183D0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3F2FC9-3BB2-9547-359A-730871BDA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4045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0032D-BCBD-4019-D9BA-FC50DE653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792FB1-716A-F82C-2958-E00BF9662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6905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4DACE-7C5F-C121-6C58-FC9E1778C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8965A6D-1E66-F9E9-7101-9B6668393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13437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C290E-8DD1-E6CB-8D34-576C8BB2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EC671A-3DCA-7801-8140-9F1D80839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13636311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</TotalTime>
  <Words>0</Words>
  <Application>Microsoft Office PowerPoint</Application>
  <PresentationFormat>Широкоэкранный</PresentationFormat>
  <Paragraphs>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Аспект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8</cp:revision>
  <dcterms:created xsi:type="dcterms:W3CDTF">2020-09-13T19:56:13Z</dcterms:created>
  <dcterms:modified xsi:type="dcterms:W3CDTF">2025-09-03T19:19:20Z</dcterms:modified>
</cp:coreProperties>
</file>