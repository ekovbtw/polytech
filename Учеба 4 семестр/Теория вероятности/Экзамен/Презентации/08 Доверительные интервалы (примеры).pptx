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2" r:id="rId2"/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070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732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3576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47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22021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8253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2713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0489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0231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4036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269260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06123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529116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7424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19525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87598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5C3BA9-A154-4D03-A500-11A610BE6BB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CF03AD4-602B-412F-8FCC-6ACDE87242F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0897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858FBB6D-8C84-0368-56A3-1B5FEBB651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Доверительные интервалы</a:t>
            </a:r>
          </a:p>
        </p:txBody>
      </p:sp>
      <p:sp>
        <p:nvSpPr>
          <p:cNvPr id="5" name="Подзаголовок 4">
            <a:extLst>
              <a:ext uri="{FF2B5EF4-FFF2-40B4-BE49-F238E27FC236}">
                <a16:creationId xmlns:a16="http://schemas.microsoft.com/office/drawing/2014/main" id="{465E4C84-40F5-25A1-5E58-1381BC43D5F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ru-RU" sz="4800" dirty="0"/>
              <a:t>(примеры)</a:t>
            </a:r>
          </a:p>
        </p:txBody>
      </p:sp>
    </p:spTree>
    <p:extLst>
      <p:ext uri="{BB962C8B-B14F-4D97-AF65-F5344CB8AC3E}">
        <p14:creationId xmlns:p14="http://schemas.microsoft.com/office/powerpoint/2010/main" val="23092871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56488F1-9013-1A1B-C0B3-02676E7801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404340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CA014E6-BA24-A570-9364-6DA52F4B5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03830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5FAE69-3306-18D3-F70A-24DCD30DF2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66380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B03A93-98C7-EC7A-7D30-267E9CCC5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62434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4E60638-D88A-DF1C-7C26-5D1E01C8CC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255819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D6EBD73-8012-7551-03B0-C8862FD64D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5031041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3058A45-0DCA-5494-49B1-2BE1F25978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98770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CADF72B-3E93-D368-A37B-1C58A64A2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0570111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776D70-6D59-27C9-8BD5-8766799ACF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07733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F07D8C8-2F1F-D99E-056C-78A1A5323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89013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3AB6851-30A6-B63E-A8F0-298131F5ED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28597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905077179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</TotalTime>
  <Words>5</Words>
  <Application>Microsoft Office PowerPoint</Application>
  <PresentationFormat>Широкоэкранный</PresentationFormat>
  <Paragraphs>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Аспект</vt:lpstr>
      <vt:lpstr>Доверительные интервалы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3</cp:revision>
  <dcterms:created xsi:type="dcterms:W3CDTF">2021-02-26T08:23:49Z</dcterms:created>
  <dcterms:modified xsi:type="dcterms:W3CDTF">2026-03-12T09:58:07Z</dcterms:modified>
</cp:coreProperties>
</file>