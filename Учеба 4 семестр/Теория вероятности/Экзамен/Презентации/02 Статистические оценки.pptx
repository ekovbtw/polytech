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6" r:id="rId3"/>
    <p:sldId id="260" r:id="rId4"/>
    <p:sldId id="261" r:id="rId5"/>
    <p:sldId id="262" r:id="rId6"/>
    <p:sldId id="263" r:id="rId7"/>
    <p:sldId id="264" r:id="rId8"/>
    <p:sldId id="257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3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21D90-27C0-419F-B659-F4CCFB3E61A9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A4D89-561A-4D46-A6EE-46D0000E23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83522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21D90-27C0-419F-B659-F4CCFB3E61A9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A4D89-561A-4D46-A6EE-46D0000E23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01151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21D90-27C0-419F-B659-F4CCFB3E61A9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A4D89-561A-4D46-A6EE-46D0000E23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4757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21D90-27C0-419F-B659-F4CCFB3E61A9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A4D89-561A-4D46-A6EE-46D0000E23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4107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21D90-27C0-419F-B659-F4CCFB3E61A9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A4D89-561A-4D46-A6EE-46D0000E23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6388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21D90-27C0-419F-B659-F4CCFB3E61A9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A4D89-561A-4D46-A6EE-46D0000E23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8633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21D90-27C0-419F-B659-F4CCFB3E61A9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A4D89-561A-4D46-A6EE-46D0000E23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6347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21D90-27C0-419F-B659-F4CCFB3E61A9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A4D89-561A-4D46-A6EE-46D0000E23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4150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21D90-27C0-419F-B659-F4CCFB3E61A9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A4D89-561A-4D46-A6EE-46D0000E23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9023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21D90-27C0-419F-B659-F4CCFB3E61A9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A4D89-561A-4D46-A6EE-46D0000E23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0475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21D90-27C0-419F-B659-F4CCFB3E61A9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A4D89-561A-4D46-A6EE-46D0000E2361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207120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21D90-27C0-419F-B659-F4CCFB3E61A9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A4D89-561A-4D46-A6EE-46D0000E23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54195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21D90-27C0-419F-B659-F4CCFB3E61A9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A4D89-561A-4D46-A6EE-46D0000E2361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500616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21D90-27C0-419F-B659-F4CCFB3E61A9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A4D89-561A-4D46-A6EE-46D0000E23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87657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21D90-27C0-419F-B659-F4CCFB3E61A9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A4D89-561A-4D46-A6EE-46D0000E23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55391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21D90-27C0-419F-B659-F4CCFB3E61A9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A4D89-561A-4D46-A6EE-46D0000E23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809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221D90-27C0-419F-B659-F4CCFB3E61A9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5FCA4D89-561A-4D46-A6EE-46D0000E236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7135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AD362A-73BA-BCFC-DD3B-C55A295A63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Статистические оценки</a:t>
            </a:r>
          </a:p>
        </p:txBody>
      </p:sp>
      <p:sp>
        <p:nvSpPr>
          <p:cNvPr id="4" name="Подзаголовок 3">
            <a:extLst>
              <a:ext uri="{FF2B5EF4-FFF2-40B4-BE49-F238E27FC236}">
                <a16:creationId xmlns:a16="http://schemas.microsoft.com/office/drawing/2014/main" id="{CFF238C8-1274-5660-4530-BCD2E376A4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sz="2800" dirty="0"/>
              <a:t>Определение. Примеры оценок</a:t>
            </a:r>
          </a:p>
        </p:txBody>
      </p:sp>
    </p:spTree>
    <p:extLst>
      <p:ext uri="{BB962C8B-B14F-4D97-AF65-F5344CB8AC3E}">
        <p14:creationId xmlns:p14="http://schemas.microsoft.com/office/powerpoint/2010/main" val="869964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5E6E07B-1ABE-CC3C-C356-C12FC45737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7576771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B39F6F1-AE0B-BB74-8C6A-E1916C7D1F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1280284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DF3AB-C392-6CE4-5688-792555E50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034FECA-C31A-011C-3AD8-379266C5B1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784295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D839F-3F10-45EB-EDDF-406156417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EE30F06-C46B-88A5-477B-111B1752BB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8836962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C6AB2-A0CF-DAD2-F446-FF327C567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B644A21-C3D3-3076-A5EC-6691294C5A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0723262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35EE3-C23E-9459-B322-32AE299E5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B74E29D-751A-5209-FE89-DB9B3BDE30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1827642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AD9F085-548F-1884-B4C8-AFCF0CE8E7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3087675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74BC7-6F7A-FFE6-ADA5-0C041F932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AAAC076-982F-3F19-B8B9-5BA2B472D0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988037810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18</TotalTime>
  <Words>6</Words>
  <Application>Microsoft Office PowerPoint</Application>
  <PresentationFormat>Широкоэкранный</PresentationFormat>
  <Paragraphs>2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Trebuchet MS</vt:lpstr>
      <vt:lpstr>Wingdings 3</vt:lpstr>
      <vt:lpstr>Аспект</vt:lpstr>
      <vt:lpstr>Статистические оценки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Елена Александрова</dc:creator>
  <cp:lastModifiedBy>Елена Александрова</cp:lastModifiedBy>
  <cp:revision>3</cp:revision>
  <dcterms:created xsi:type="dcterms:W3CDTF">2021-02-12T07:14:21Z</dcterms:created>
  <dcterms:modified xsi:type="dcterms:W3CDTF">2026-02-11T19:08:08Z</dcterms:modified>
</cp:coreProperties>
</file>