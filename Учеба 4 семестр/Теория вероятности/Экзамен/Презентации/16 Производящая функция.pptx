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5" r:id="rId3"/>
    <p:sldId id="266" r:id="rId4"/>
    <p:sldId id="268" r:id="rId5"/>
    <p:sldId id="269" r:id="rId6"/>
    <p:sldId id="270" r:id="rId7"/>
    <p:sldId id="271" r:id="rId8"/>
    <p:sldId id="272" r:id="rId9"/>
    <p:sldId id="27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02.11.2022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FE59B-5863-CBE8-BB62-6416F5A143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Производящая функция</a:t>
            </a:r>
          </a:p>
        </p:txBody>
      </p:sp>
    </p:spTree>
    <p:extLst>
      <p:ext uri="{BB962C8B-B14F-4D97-AF65-F5344CB8AC3E}">
        <p14:creationId xmlns:p14="http://schemas.microsoft.com/office/powerpoint/2010/main" val="4227109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5286BC-6814-2244-79DA-C772E4D43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25330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9D8D3A-BA7F-EBD5-1A4A-C51F059B9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20123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2D361E-DE8C-07BF-FD49-B27FACB70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9006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103C14-6E95-51FE-830C-2D2112B35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43305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6A2FA2-A08D-B527-BCFE-F9D25E188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83773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A8D941-A59B-3B13-CF86-3C9467F4D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6732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447FCC-1551-056D-6ED0-4895F8B03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87099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137EAB-449C-A0F6-7DEC-B9866B988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2939954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102</TotalTime>
  <Words>2</Words>
  <Application>Microsoft Office PowerPoint</Application>
  <PresentationFormat>Широкоэкранный</PresentationFormat>
  <Paragraphs>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Аспект</vt:lpstr>
      <vt:lpstr>Производящая функция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elena</cp:lastModifiedBy>
  <cp:revision>19</cp:revision>
  <dcterms:created xsi:type="dcterms:W3CDTF">2020-09-13T19:56:13Z</dcterms:created>
  <dcterms:modified xsi:type="dcterms:W3CDTF">2022-11-02T18:39:49Z</dcterms:modified>
</cp:coreProperties>
</file>