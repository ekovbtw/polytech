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2" r:id="rId3"/>
    <p:sldId id="259" r:id="rId4"/>
    <p:sldId id="264" r:id="rId5"/>
    <p:sldId id="265" r:id="rId6"/>
    <p:sldId id="266" r:id="rId7"/>
    <p:sldId id="267" r:id="rId8"/>
    <p:sldId id="268" r:id="rId9"/>
    <p:sldId id="258" r:id="rId10"/>
    <p:sldId id="260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38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07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50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29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26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20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9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46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60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59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598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50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6549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897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203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03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7278D-E931-425F-9619-D44AA6EB96B4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23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F32279B-731B-90C4-439C-5D1569C64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Предельные теоремы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186E17EF-108F-66A7-5473-D9445A616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Теорема непрерывности</a:t>
            </a:r>
          </a:p>
        </p:txBody>
      </p:sp>
    </p:spTree>
    <p:extLst>
      <p:ext uri="{BB962C8B-B14F-4D97-AF65-F5344CB8AC3E}">
        <p14:creationId xmlns:p14="http://schemas.microsoft.com/office/powerpoint/2010/main" val="382495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C84862-400E-954C-7AA1-D1730DB4E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142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DE5136-4721-B1EB-91F8-1D0BEAEBA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30596" cy="68673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53080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54D81-7DF2-C101-B2DC-34E15592C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A243A0-2551-23A9-C767-FA9E81940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87053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49BD7-77A9-1A83-E81F-331C873D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E871DD-0C3C-835C-29D1-A84F32CDD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16887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4E8E2-2B49-8764-8496-15A3958F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291B35-A586-4CDE-A4DB-B8A304ED6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674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E295-C18B-ACF5-B321-E83979B3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0B250E-B435-177A-0AD4-DD33F525E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579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142B4-18AC-21FC-54C4-786A06D73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152705-6FD3-CBD9-9715-95EFCF2AF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7682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2D025F-2994-3843-EE32-09D387ADC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9857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5F10C0-6D6A-FD96-C614-61736607A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44200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89FC-B911-397A-CB9D-97EE223D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32D043-655C-EE1C-0CC3-BA80F2C7E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28707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20BA4-700F-5380-545D-50AF2F84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0B869E-0B00-6306-6858-E5EBBF3AB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86194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1D0C3-90B1-B555-3D5B-9AB05A032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B0BF37-263A-2392-699D-45533867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3"/>
            <a:ext cx="9711180" cy="68536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46839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B9BC-FB87-D178-8A78-E11C77FD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6BEF02-954F-0D09-B910-CF2705C1E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8398997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4</Words>
  <Application>Microsoft Office PowerPoint</Application>
  <PresentationFormat>Широкоэкранный</PresentationFormat>
  <Paragraphs>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Аспект</vt:lpstr>
      <vt:lpstr>Предельные теоремы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6</cp:revision>
  <dcterms:created xsi:type="dcterms:W3CDTF">2020-10-11T14:00:48Z</dcterms:created>
  <dcterms:modified xsi:type="dcterms:W3CDTF">2025-11-06T08:40:53Z</dcterms:modified>
</cp:coreProperties>
</file>