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60" r:id="rId4"/>
    <p:sldId id="261" r:id="rId5"/>
    <p:sldId id="262" r:id="rId6"/>
    <p:sldId id="263" r:id="rId7"/>
    <p:sldId id="264" r:id="rId8"/>
    <p:sldId id="257" r:id="rId9"/>
    <p:sldId id="25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16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69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00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22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01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70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57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855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340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81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196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9641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0529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252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109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57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D6BD2-B0C9-4C4A-B5F3-2A40D05841F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5AAF254-233A-4CE0-9CAF-095FA4F38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4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EC6B1B4-ADC2-8BCD-4B6E-F7142D16B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 максимального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53597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3015AD-7731-4A68-2A7D-0B3C68E0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277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858BA3-08B1-6C5F-E09D-2FF387775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566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BF7994-EBD0-E4C5-553E-64D95144F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4946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315011-188E-33E9-3B46-8B2569A06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07781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654F98-2A08-9B85-EB73-D9E4A6AC4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2312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2EFF08-FF23-7BFE-F42A-A26A08262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4867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AB0A04-ECF8-D72E-5A75-0F85247EF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2228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CE5EFB-64ED-ACCE-5291-61ED539D4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1668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9BCADD-75B1-8102-CAAE-6BC7D664F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645349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3</Words>
  <Application>Microsoft Office PowerPoint</Application>
  <PresentationFormat>Широкоэкранный</PresentationFormat>
  <Paragraphs>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Метод максимального правдоподобия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2</cp:revision>
  <dcterms:created xsi:type="dcterms:W3CDTF">2021-02-12T07:24:20Z</dcterms:created>
  <dcterms:modified xsi:type="dcterms:W3CDTF">2026-02-11T19:18:34Z</dcterms:modified>
</cp:coreProperties>
</file>