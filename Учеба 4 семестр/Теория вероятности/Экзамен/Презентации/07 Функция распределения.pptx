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5" r:id="rId3"/>
    <p:sldId id="26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2F78A-AA8D-F15E-3B42-D7A8106C29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Функция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751215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12C284-52E1-960F-4036-62D708286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696091" cy="6851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5731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CB3135-0605-DA9F-2ED8-EB459596A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2515320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</TotalTime>
  <Words>2</Words>
  <Application>Microsoft Office PowerPoint</Application>
  <PresentationFormat>Широкоэкранный</PresentationFormat>
  <Paragraphs>1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Аспект</vt:lpstr>
      <vt:lpstr>Функция распределения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12</cp:revision>
  <dcterms:created xsi:type="dcterms:W3CDTF">2020-09-13T19:56:13Z</dcterms:created>
  <dcterms:modified xsi:type="dcterms:W3CDTF">2024-10-14T20:48:23Z</dcterms:modified>
</cp:coreProperties>
</file>