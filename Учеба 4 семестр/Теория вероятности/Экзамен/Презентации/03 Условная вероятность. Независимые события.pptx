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6FB5E7F-2D59-0289-31B5-F92A488F1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3894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962BAF2-4162-1701-D2BA-BAED46CA7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148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64AD42-1BC7-64BC-51B1-7AAE3F77D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108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94AA50-9AEB-4123-59F2-30EFED604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813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A96F2D-EB51-0DC3-970A-A68FB83A7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0581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5256CD-14AD-614C-B85E-2F7A60227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4669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90A09C-B93B-6FE3-96AA-85DAEE43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5935499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8</cp:revision>
  <dcterms:created xsi:type="dcterms:W3CDTF">2020-09-13T19:56:13Z</dcterms:created>
  <dcterms:modified xsi:type="dcterms:W3CDTF">2025-09-08T15:20:19Z</dcterms:modified>
</cp:coreProperties>
</file>