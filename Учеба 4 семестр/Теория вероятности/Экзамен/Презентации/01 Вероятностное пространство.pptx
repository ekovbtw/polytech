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56" r:id="rId3"/>
    <p:sldId id="267" r:id="rId4"/>
    <p:sldId id="268" r:id="rId5"/>
    <p:sldId id="269" r:id="rId6"/>
    <p:sldId id="270" r:id="rId7"/>
    <p:sldId id="27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27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990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76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5881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1383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0333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9618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2064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4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0017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9422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0420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4336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3332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8789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635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BA981-9CD0-4DC7-8829-9981B4B7ED4F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027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0B7B559-B532-366F-6C35-5AF63C116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11485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D2BBBA4-6B0A-8904-3805-B0780A34C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38943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8F8033F-B1F4-4902-3EB3-831B7FEED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01748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E0757ED-2E45-3B0D-2279-542D45794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24571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356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7F8C189-B1CE-3666-87A2-BA3876C63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24571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68476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CBF99BC-DED8-D8AD-4C3F-761492052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24571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08733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FF3BFB8-9EEF-84F5-6FEA-9F0F2F867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2115920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66</TotalTime>
  <Words>0</Words>
  <Application>Microsoft Office PowerPoint</Application>
  <PresentationFormat>Широкоэкранный</PresentationFormat>
  <Paragraphs>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Аспект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9</cp:revision>
  <dcterms:created xsi:type="dcterms:W3CDTF">2020-09-13T19:56:13Z</dcterms:created>
  <dcterms:modified xsi:type="dcterms:W3CDTF">2025-09-03T19:09:42Z</dcterms:modified>
</cp:coreProperties>
</file>