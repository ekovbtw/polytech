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8" r:id="rId3"/>
    <p:sldId id="256" r:id="rId4"/>
    <p:sldId id="264" r:id="rId5"/>
    <p:sldId id="265" r:id="rId6"/>
    <p:sldId id="266" r:id="rId7"/>
    <p:sldId id="267" r:id="rId8"/>
    <p:sldId id="25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044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9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273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277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576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687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24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60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575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67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6587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558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1216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241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846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97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0F120-3A66-427A-8F76-313A0D849474}" type="datetimeFigureOut">
              <a:rPr lang="ru-RU" smtClean="0"/>
              <a:t>07.12.2022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9C0DD9A-7F57-4E87-A6EE-B428ED6E0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7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5D5CA-277C-353B-9D29-ECD52B546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Случайные процессы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CCB92B-BAB5-50EA-07C6-D0057F773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Взаимная корреляционная функция</a:t>
            </a:r>
          </a:p>
        </p:txBody>
      </p:sp>
    </p:spTree>
    <p:extLst>
      <p:ext uri="{BB962C8B-B14F-4D97-AF65-F5344CB8AC3E}">
        <p14:creationId xmlns:p14="http://schemas.microsoft.com/office/powerpoint/2010/main" val="289145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BFB3E1-8EC5-C75B-B69B-EF498922D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66044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626B2E-CDA5-AD31-8BF3-1768F022F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40959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650871-E135-604D-11F5-3A23A8261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38715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2B52AB-A591-3C63-E526-65062E79B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18231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DA1A85-28B5-8CF4-B7BF-3848FCA75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81131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46E043-7CA5-7403-86EF-003A70C0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76201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155E87-5DED-77CD-2598-08E290599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2198337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5</Words>
  <Application>Microsoft Office PowerPoint</Application>
  <PresentationFormat>Широкоэкранный</PresentationFormat>
  <Paragraphs>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Аспект</vt:lpstr>
      <vt:lpstr>Случайные процессы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elena</cp:lastModifiedBy>
  <cp:revision>3</cp:revision>
  <dcterms:created xsi:type="dcterms:W3CDTF">2020-11-22T22:01:24Z</dcterms:created>
  <dcterms:modified xsi:type="dcterms:W3CDTF">2022-12-07T18:49:58Z</dcterms:modified>
</cp:coreProperties>
</file>