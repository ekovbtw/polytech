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3" r:id="rId2"/>
    <p:sldId id="265" r:id="rId3"/>
    <p:sldId id="266" r:id="rId4"/>
    <p:sldId id="267" r:id="rId5"/>
    <p:sldId id="268" r:id="rId6"/>
    <p:sldId id="269" r:id="rId7"/>
    <p:sldId id="270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3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3271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8990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076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5881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1383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0333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9618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2064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647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0017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294224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80420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643366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33321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38789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635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5027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A6DF57-DB51-9238-87CF-42884D57B0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Теоретические моменты</a:t>
            </a:r>
          </a:p>
        </p:txBody>
      </p:sp>
    </p:spTree>
    <p:extLst>
      <p:ext uri="{BB962C8B-B14F-4D97-AF65-F5344CB8AC3E}">
        <p14:creationId xmlns:p14="http://schemas.microsoft.com/office/powerpoint/2010/main" val="42271097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FD1968B-5573-2AE2-ECDB-43928B5930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9253302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F43E6FE-0D13-0AE0-7DEB-15721B5319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2940"/>
            <a:ext cx="9686547" cy="684506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7526390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1DD2BDC-2885-2657-B70A-83FD0C5F8E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2435230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A116CE7-1FC8-3506-AF17-835B6976A3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8664202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735770F-CC10-B0D8-F7D5-B7D56696E8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502" y="-1"/>
            <a:ext cx="9707593" cy="685993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9982617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3E5A1D5-9CCC-1894-58FD-A456829765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774876030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70</TotalTime>
  <Words>2</Words>
  <Application>Microsoft Office PowerPoint</Application>
  <PresentationFormat>Широкоэкранный</PresentationFormat>
  <Paragraphs>1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Trebuchet MS</vt:lpstr>
      <vt:lpstr>Wingdings 3</vt:lpstr>
      <vt:lpstr>Аспект</vt:lpstr>
      <vt:lpstr>Теоретические моменты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Елена Александрова</dc:creator>
  <cp:lastModifiedBy>Елена Александрова</cp:lastModifiedBy>
  <cp:revision>15</cp:revision>
  <dcterms:created xsi:type="dcterms:W3CDTF">2020-09-13T19:56:13Z</dcterms:created>
  <dcterms:modified xsi:type="dcterms:W3CDTF">2024-10-14T20:48:47Z</dcterms:modified>
</cp:coreProperties>
</file>