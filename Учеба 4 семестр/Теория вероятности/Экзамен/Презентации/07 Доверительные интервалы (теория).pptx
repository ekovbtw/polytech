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70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73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57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4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20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25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3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89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23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03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6926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612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2911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424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952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59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089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58FBB6D-8C84-0368-56A3-1B5FEBB651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Доверительные интервалы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465E4C84-40F5-25A1-5E58-1381BC43D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(теория)</a:t>
            </a:r>
          </a:p>
        </p:txBody>
      </p:sp>
    </p:spTree>
    <p:extLst>
      <p:ext uri="{BB962C8B-B14F-4D97-AF65-F5344CB8AC3E}">
        <p14:creationId xmlns:p14="http://schemas.microsoft.com/office/powerpoint/2010/main" val="230928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D3EEF3-46BC-24D7-E84D-F8A9FB7C6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434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CB4028-2C57-4696-C762-4A333063F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383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A96AE1-2216-5435-77BA-08AFA1AE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638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C0A403-A174-91B8-31B2-0B19EB1A3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6243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A006D6-8D44-DD8B-A795-BCD846F9F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5581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2C3243-61B7-C4E8-430F-EE2D41DDA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2329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43E0-6A9B-CDFB-00AD-A7F4B498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AE6311-2A1C-C302-321C-6CBD56DE2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8384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C691-FE47-BDB8-53A7-23BF3820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14FAD5-51FB-D2FB-52B7-F32B59FCC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869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04CD1-1B8A-8C70-0CF0-1FC8FBAC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0CDCB7-A507-6397-9FAC-CD27BA96B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90846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1932-256B-D17B-64D1-2B03E65F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72AFCD-6428-28BA-C509-CE1B9E340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34922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EBDE9-90B2-0E87-C28A-06825502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2A9505-92D1-26E7-92DA-D2714A09C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4358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7C45-AB77-F0A3-80EA-483E716D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334BFD-AC10-1A43-95FA-3B8920462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0412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215A7-1DCA-67B6-5ABC-1C83096B7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2BB0C2-813F-5905-7590-AB689FDD1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29470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D03CA-A48F-18CC-C9E7-123B02404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984C22-1966-D672-058B-4E4E52D7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1355933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</TotalTime>
  <Words>5</Words>
  <Application>Microsoft Office PowerPoint</Application>
  <PresentationFormat>Широкоэкранный</PresentationFormat>
  <Paragraphs>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Аспект</vt:lpstr>
      <vt:lpstr>Доверительные интервалы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5</cp:revision>
  <dcterms:created xsi:type="dcterms:W3CDTF">2021-02-26T08:23:49Z</dcterms:created>
  <dcterms:modified xsi:type="dcterms:W3CDTF">2026-03-12T13:02:14Z</dcterms:modified>
</cp:coreProperties>
</file>