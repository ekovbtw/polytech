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6" r:id="rId3"/>
    <p:sldId id="259" r:id="rId4"/>
    <p:sldId id="260" r:id="rId5"/>
    <p:sldId id="261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4BC0-D636-4398-AA47-C9DFF7D3F4CF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5B9AE-C4AC-4909-A05B-2DFC8563F7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160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4BC0-D636-4398-AA47-C9DFF7D3F4CF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5B9AE-C4AC-4909-A05B-2DFC8563F7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524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4BC0-D636-4398-AA47-C9DFF7D3F4CF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5B9AE-C4AC-4909-A05B-2DFC8563F7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6924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4BC0-D636-4398-AA47-C9DFF7D3F4CF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5B9AE-C4AC-4909-A05B-2DFC8563F7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6277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4BC0-D636-4398-AA47-C9DFF7D3F4CF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5B9AE-C4AC-4909-A05B-2DFC8563F7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321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4BC0-D636-4398-AA47-C9DFF7D3F4CF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5B9AE-C4AC-4909-A05B-2DFC8563F7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9789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4BC0-D636-4398-AA47-C9DFF7D3F4CF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5B9AE-C4AC-4909-A05B-2DFC8563F7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8435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4BC0-D636-4398-AA47-C9DFF7D3F4CF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5B9AE-C4AC-4909-A05B-2DFC8563F7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103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4BC0-D636-4398-AA47-C9DFF7D3F4CF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5B9AE-C4AC-4909-A05B-2DFC8563F7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3586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4BC0-D636-4398-AA47-C9DFF7D3F4CF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5B9AE-C4AC-4909-A05B-2DFC8563F7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8110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4BC0-D636-4398-AA47-C9DFF7D3F4CF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5B9AE-C4AC-4909-A05B-2DFC8563F779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9063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4BC0-D636-4398-AA47-C9DFF7D3F4CF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5B9AE-C4AC-4909-A05B-2DFC8563F7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515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4BC0-D636-4398-AA47-C9DFF7D3F4CF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5B9AE-C4AC-4909-A05B-2DFC8563F779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54710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4BC0-D636-4398-AA47-C9DFF7D3F4CF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5B9AE-C4AC-4909-A05B-2DFC8563F7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07886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4BC0-D636-4398-AA47-C9DFF7D3F4CF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5B9AE-C4AC-4909-A05B-2DFC8563F7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37844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44BC0-D636-4398-AA47-C9DFF7D3F4CF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75B9AE-C4AC-4909-A05B-2DFC8563F7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232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44BC0-D636-4398-AA47-C9DFF7D3F4CF}" type="datetimeFigureOut">
              <a:rPr lang="ru-RU" smtClean="0"/>
              <a:t>14.11.2024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E75B9AE-C4AC-4909-A05B-2DFC8563F7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7281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05D5CA-277C-353B-9D29-ECD52B5469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Случайные процессы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CCB92B-BAB5-50EA-07C6-D0057F7732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600" dirty="0"/>
              <a:t>Основные определения</a:t>
            </a:r>
          </a:p>
        </p:txBody>
      </p:sp>
    </p:spTree>
    <p:extLst>
      <p:ext uri="{BB962C8B-B14F-4D97-AF65-F5344CB8AC3E}">
        <p14:creationId xmlns:p14="http://schemas.microsoft.com/office/powerpoint/2010/main" val="2891450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8D8296-D38A-F7CC-E62A-BB52BDB86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74068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CB0BD5-A42C-CDBA-9664-F5202DEEA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1"/>
            <a:ext cx="9715500" cy="68580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B705EEB-232B-8352-B407-92A09920109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092" t="11908" r="33106" b="11934"/>
          <a:stretch/>
        </p:blipFill>
        <p:spPr>
          <a:xfrm>
            <a:off x="8993711" y="1465007"/>
            <a:ext cx="2981979" cy="47425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10357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387F54-D9ED-5E5D-D6D0-6BB083D74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06793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606379B-ADF5-16E2-A548-51E1920D9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90094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0D588A9-7742-1445-1B64-09D78AAE9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68285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75798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F11D8D3-2E38-B159-0E9B-143716402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39666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9235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656EAFB-4BC3-F8A5-474C-3C6824069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4365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95864704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</TotalTime>
  <Words>4</Words>
  <Application>Microsoft Office PowerPoint</Application>
  <PresentationFormat>Широкоэкранный</PresentationFormat>
  <Paragraphs>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Trebuchet MS</vt:lpstr>
      <vt:lpstr>Wingdings 3</vt:lpstr>
      <vt:lpstr>Аспект</vt:lpstr>
      <vt:lpstr>Случайные процессы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4</cp:revision>
  <dcterms:created xsi:type="dcterms:W3CDTF">2020-11-22T22:05:53Z</dcterms:created>
  <dcterms:modified xsi:type="dcterms:W3CDTF">2024-11-13T21:32:23Z</dcterms:modified>
</cp:coreProperties>
</file>