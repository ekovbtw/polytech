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59" r:id="rId3"/>
    <p:sldId id="260" r:id="rId4"/>
    <p:sldId id="261" r:id="rId5"/>
    <p:sldId id="262" r:id="rId6"/>
    <p:sldId id="263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8988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1124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2224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1935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229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9129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3988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1349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2939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3057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72968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54250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016252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42538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4910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687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503338-A701-4D8D-A213-CF66C9217B1C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9243C12-62D1-49B4-8947-18E1B671D45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680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05D5CA-277C-353B-9D29-ECD52B5469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Цепи Маркова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CCB92B-BAB5-50EA-07C6-D0057F7732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600" dirty="0"/>
              <a:t>Эргодическая теорема. Доказательство</a:t>
            </a:r>
          </a:p>
        </p:txBody>
      </p:sp>
    </p:spTree>
    <p:extLst>
      <p:ext uri="{BB962C8B-B14F-4D97-AF65-F5344CB8AC3E}">
        <p14:creationId xmlns:p14="http://schemas.microsoft.com/office/powerpoint/2010/main" val="2891450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851984D-9EB7-63BB-0FA1-82368C356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88635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54905D9-7B10-B1A7-A372-182E18EAB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60830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C2C366A-E982-402D-3499-6A7808487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3870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29CF6A5-DA8B-1EEE-F45B-2C587DEAB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70543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7909A33-6321-978D-B806-D5C8DDCB6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55286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315A238-212A-C664-C07F-005DED026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17069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95FA30A-28CA-BFA4-46B0-BC3EF055E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87238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FB666A3-3CC1-FA07-CF7C-27A820448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29625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D8B5E-7033-7542-9B90-B591DA1C4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73CF697-749E-AFC2-9B4C-73881531F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96131912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80</TotalTime>
  <Words>6</Words>
  <Application>Microsoft Office PowerPoint</Application>
  <PresentationFormat>Широкоэкранный</PresentationFormat>
  <Paragraphs>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Аспект</vt:lpstr>
      <vt:lpstr>Цепи Маркова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5</cp:revision>
  <dcterms:created xsi:type="dcterms:W3CDTF">2020-11-15T17:47:28Z</dcterms:created>
  <dcterms:modified xsi:type="dcterms:W3CDTF">2025-12-04T09:24:21Z</dcterms:modified>
</cp:coreProperties>
</file>