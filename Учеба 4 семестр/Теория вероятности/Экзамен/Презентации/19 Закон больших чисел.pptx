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62" r:id="rId4"/>
    <p:sldId id="257" r:id="rId5"/>
    <p:sldId id="258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63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93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90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630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244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927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79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01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286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017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1995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792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772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685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444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7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788BE-3646-481C-8166-6638215B08A9}" type="datetimeFigureOut">
              <a:rPr lang="ru-RU" smtClean="0"/>
              <a:t>09.11.2022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6295F22-F8C7-4270-B485-9EC03E2EF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548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F32279B-731B-90C4-439C-5D1569C64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Предельные теоремы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186E17EF-108F-66A7-5473-D9445A616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Закон больших чисел</a:t>
            </a:r>
          </a:p>
        </p:txBody>
      </p:sp>
    </p:spTree>
    <p:extLst>
      <p:ext uri="{BB962C8B-B14F-4D97-AF65-F5344CB8AC3E}">
        <p14:creationId xmlns:p14="http://schemas.microsoft.com/office/powerpoint/2010/main" val="382495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44D694-83F8-2EE9-3F6E-5A47CD010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175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7AB5B6-2B6C-277E-C1CB-D64A92A00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2197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178431-0AF0-3944-A277-881E6F1B9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47169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1B0B33-912E-8CD5-1861-12C6E36A2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37610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8D48FD-AE52-93D3-41DD-EFF334980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36111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7253EF-8FC3-D88A-2463-B06BA5AE0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75328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45831C-A807-18E4-B4A8-AF1181B6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3308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318226-3DC8-73E0-BC42-1CE748D00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76792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29238E-81A0-535C-ACE1-AA975BC6A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4516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C2D6B6-40BE-7CC4-081A-421CC7EBE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23622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A50CEB-6B63-D691-8F20-DC040FD13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08357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88F439-EFB0-CF99-12A0-EA3141D38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51831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C94380-5F36-A96C-1AEA-3396B586A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2553541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5</Words>
  <Application>Microsoft Office PowerPoint</Application>
  <PresentationFormat>Широкоэкранный</PresentationFormat>
  <Paragraphs>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Аспект</vt:lpstr>
      <vt:lpstr>Предельные теоремы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elena</cp:lastModifiedBy>
  <cp:revision>3</cp:revision>
  <dcterms:created xsi:type="dcterms:W3CDTF">2020-10-11T13:54:52Z</dcterms:created>
  <dcterms:modified xsi:type="dcterms:W3CDTF">2022-11-09T12:04:28Z</dcterms:modified>
</cp:coreProperties>
</file>