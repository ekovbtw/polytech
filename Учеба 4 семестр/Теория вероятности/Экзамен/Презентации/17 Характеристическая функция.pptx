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DEDC7-D88B-403A-E87E-ACEA5858C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Характеристическая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562008-0324-75E0-5626-EA21C388C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524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7CF976-9B7E-7774-1577-EC7D8B916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2956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ADB5E7-83CD-AFA7-06F9-F995B28E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266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9DD1AD-6687-71CB-B8A5-1D1A9BBE2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4705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921E9C-5EB5-7650-07A1-0B459BD3D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2295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3A2956-DEFB-E5BF-B62C-A3A0C32D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585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58EFAB-01BE-F686-6E1A-C00FE6FD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3792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2C6835-2CFF-D0F2-2E1C-61761A2EE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9239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7B0CEC-8218-5D1B-5637-26C40DDC8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4"/>
            <a:ext cx="9619406" cy="67976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5330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FE132C-09DA-0909-6849-98B6F026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012300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</TotalTime>
  <Words>2</Words>
  <Application>Microsoft Office PowerPoint</Application>
  <PresentationFormat>Широкоэкранный</PresentationFormat>
  <Paragraphs>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Аспект</vt:lpstr>
      <vt:lpstr>Характеристическая функция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21</cp:revision>
  <dcterms:created xsi:type="dcterms:W3CDTF">2020-09-13T19:56:13Z</dcterms:created>
  <dcterms:modified xsi:type="dcterms:W3CDTF">2022-11-02T19:47:02Z</dcterms:modified>
</cp:coreProperties>
</file>