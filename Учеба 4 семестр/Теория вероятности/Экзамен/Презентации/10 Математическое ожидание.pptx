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327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990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76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5881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1383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0333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9618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2064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47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0017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9422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0420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4336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33321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38789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635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027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1EE93F-A3F8-B334-919A-D805BD1505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Математическое ожидание</a:t>
            </a:r>
          </a:p>
        </p:txBody>
      </p:sp>
    </p:spTree>
    <p:extLst>
      <p:ext uri="{BB962C8B-B14F-4D97-AF65-F5344CB8AC3E}">
        <p14:creationId xmlns:p14="http://schemas.microsoft.com/office/powerpoint/2010/main" val="4227109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6336919-990D-291E-D1B3-DD7BD52CA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27375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1A4AC7F-CB0F-099A-9EDA-3C1FEFDFB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0485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98816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6E03664-E52B-B878-6CDA-0FE8168F7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83709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9A8C859-043D-12D6-9147-E343C899D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88250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0AB1981-0E41-6903-6A0D-92802C947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32354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C34A361-017B-AF5D-AE16-8E692A42A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74742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121DA1D-111C-954B-E5A4-804E165D2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57466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D836CB0-E8DB-E6C7-03B0-EF151CA44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44516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53087-4A51-CAA0-A7E5-1E315CDAD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38E4B9F-458D-C701-8AE2-A8DB4BA41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95793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83496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57592-0CBF-FDB8-A4FA-79CB047F8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B0594BC-42F5-900D-5469-E3E8D38B4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49213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9E492-9445-F706-CB70-725B70F8F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96E71C1-3F73-1DA3-5230-8787DE06B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79973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D6293-F569-3665-36EE-693239AF1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D12D689-ACC7-78C4-BB08-F4803B78C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93721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5520E-BF95-082B-7474-6A49F2159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CA57F09-52DF-8DA0-2A97-E205B99AE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11952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FE6E7-8D60-BB30-D6B4-7A76E195F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8C6C94C-FC4E-C37E-2187-B9C287B29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04565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FCF19-A029-6CC0-DEDD-2A0ED3C27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B50A380-7A24-95A2-9563-547EAA7AE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32813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6D49C-E8E7-8028-277A-44E8369AF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75D3A31-EE10-9B2A-B641-E8D6DD743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72775453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95</TotalTime>
  <Words>2</Words>
  <Application>Microsoft Office PowerPoint</Application>
  <PresentationFormat>Широкоэкранный</PresentationFormat>
  <Paragraphs>1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Trebuchet MS</vt:lpstr>
      <vt:lpstr>Wingdings 3</vt:lpstr>
      <vt:lpstr>Аспект</vt:lpstr>
      <vt:lpstr>Математическое ожидание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12</cp:revision>
  <dcterms:created xsi:type="dcterms:W3CDTF">2020-09-13T19:56:13Z</dcterms:created>
  <dcterms:modified xsi:type="dcterms:W3CDTF">2024-10-14T20:32:44Z</dcterms:modified>
</cp:coreProperties>
</file>