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  <p:sldId id="256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EFE98-043E-4852-802C-3A314306D18C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3CDF5-AF72-43B6-82EE-911A050E89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1107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EFE98-043E-4852-802C-3A314306D18C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3CDF5-AF72-43B6-82EE-911A050E89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4651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EFE98-043E-4852-802C-3A314306D18C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3CDF5-AF72-43B6-82EE-911A050E89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431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EFE98-043E-4852-802C-3A314306D18C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3CDF5-AF72-43B6-82EE-911A050E89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1491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EFE98-043E-4852-802C-3A314306D18C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3CDF5-AF72-43B6-82EE-911A050E89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7191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EFE98-043E-4852-802C-3A314306D18C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3CDF5-AF72-43B6-82EE-911A050E89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7662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EFE98-043E-4852-802C-3A314306D18C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3CDF5-AF72-43B6-82EE-911A050E89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160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EFE98-043E-4852-802C-3A314306D18C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3CDF5-AF72-43B6-82EE-911A050E89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8936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EFE98-043E-4852-802C-3A314306D18C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3CDF5-AF72-43B6-82EE-911A050E89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7522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EFE98-043E-4852-802C-3A314306D18C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3CDF5-AF72-43B6-82EE-911A050E89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996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EFE98-043E-4852-802C-3A314306D18C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3CDF5-AF72-43B6-82EE-911A050E8900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006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EFE98-043E-4852-802C-3A314306D18C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3CDF5-AF72-43B6-82EE-911A050E89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7234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EFE98-043E-4852-802C-3A314306D18C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3CDF5-AF72-43B6-82EE-911A050E8900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743412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EFE98-043E-4852-802C-3A314306D18C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3CDF5-AF72-43B6-82EE-911A050E89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53049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EFE98-043E-4852-802C-3A314306D18C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3CDF5-AF72-43B6-82EE-911A050E89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145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EFE98-043E-4852-802C-3A314306D18C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3CDF5-AF72-43B6-82EE-911A050E89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1633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EFE98-043E-4852-802C-3A314306D18C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733CDF5-AF72-43B6-82EE-911A050E89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74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9A488D9-1228-0A1F-E645-6DDC9E7F27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Проверка гипотезы однородности</a:t>
            </a:r>
          </a:p>
        </p:txBody>
      </p:sp>
    </p:spTree>
    <p:extLst>
      <p:ext uri="{BB962C8B-B14F-4D97-AF65-F5344CB8AC3E}">
        <p14:creationId xmlns:p14="http://schemas.microsoft.com/office/powerpoint/2010/main" val="551456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A44B28F-AF22-4320-3032-6304858BC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68983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4FDAB05-8FF1-C1F2-1E42-BC9157C37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58752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28CE3F-AD22-0DF8-571D-F22CAD588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58756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9FEE90-2C8E-F22A-3C35-E68FBB444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01019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D5868BB-5677-6264-E966-AFA5CAF7F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73394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F90336B-176D-1405-5AE9-3547B7EE2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54523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6D90D-E67B-E271-F390-55C5DF59C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619A45F-2CF7-424F-82C4-F0C24AE95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9024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D8838-7600-CC11-ADC5-CE47F0B84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FEA6C6E-67B4-7AB5-3B18-D76EA8573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21842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AF252-84EA-B081-C78C-96575BF65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500E42-0953-F210-9491-12FEE15A2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85407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A0939-B073-D7D6-C0F3-EE27C7DB1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DE7716E-44A3-34E5-EE51-DAFCE3BAA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8244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AA971-C083-2CE6-8745-FF936BE3F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21F1859-CD8D-A1A5-225D-46E3C1A05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60929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DA07B-37DE-FA81-8669-34281E4B5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EEBDDDB-12F5-E8DF-8453-B38FEB874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3699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0E156-40E6-03EB-22A6-81EB31B8F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A1D066-77C6-1469-386C-300D5D689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17977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15279-DED1-5FB9-A1E9-7818728FB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17902AF-D130-2B5C-0B33-28D52E099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25541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49E39-D150-97FA-6D40-1412C938A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5CD1694-CFF4-99D0-F250-63CF719FA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48392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6ABEE-DF16-DA9C-98F9-D355CF54D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BCDB61A-F226-33F1-EC10-95FDF1E7C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21521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09067-C0D2-E4B4-0057-6BBBF719F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D08AE74-2031-2E84-5405-C1AE74B3B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5984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4EC3A-6642-7E00-5B67-E84EC8A73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1368CA-B8D3-82FE-380A-3F147D15D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23550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498D7-CFC0-CAD7-CDA2-802A1115E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B484B90-3EA0-0E1C-71FA-3F84F18C3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42375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A04E4-AC27-F9D4-27EE-A8CADFFCB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BC5DED-18A4-0E51-149F-408911BE4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29929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6E474-514D-533E-E7B0-5D2FEFB42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74899AA-B497-FAF1-D999-FF038D41D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90586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04AAB-1E00-C05D-6AEB-C8958434F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2571C09-5135-B5C9-19AD-82E953386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48956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EC744-40B8-BC29-07C3-22CC6D187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A93BE6C-A516-6AEE-AB91-CD7534315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756288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ECDE1-A2C7-226D-CEA2-EF3C25A47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0F509F2-DB00-DD26-76D0-32345ADE1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442815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E2099-2F39-9BC9-B9BD-ACFE009FB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0CA72D4-EDFC-9133-4B5F-B43C81048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12655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ABBF4-7C2B-5429-43F7-A2E072B55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8A7D2AE-A08F-1F5F-B127-9C9C86B05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506611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9283C-4474-2E56-52F9-8259D6133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54EA6C0-5557-EB78-C0C6-5EA7E6AE3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424665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CC26-3606-2CA0-8897-98C51E43A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FBA0301-DC26-552D-9286-286D938B7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868659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45434-C3C6-CD3A-8535-CC4238C9B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1E66221-FFE2-2CB4-1EE8-3ED8C9A2B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994673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7D4C9-AB91-7879-410A-551411352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F3DDBA7-2546-7E86-F199-3F07A57A8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386781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14794-4A45-F48D-B697-3CA869A87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EC835EB-558F-9415-3A90-B50CD5523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298029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AC235-DF94-94FE-7791-998C0466D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EFD9491-3DB3-D6D2-C570-6B62F6A80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21340144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74</TotalTime>
  <Words>3</Words>
  <Application>Microsoft Office PowerPoint</Application>
  <PresentationFormat>Широкоэкранный</PresentationFormat>
  <Paragraphs>1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7" baseType="lpstr">
      <vt:lpstr>Arial</vt:lpstr>
      <vt:lpstr>Trebuchet MS</vt:lpstr>
      <vt:lpstr>Wingdings 3</vt:lpstr>
      <vt:lpstr>Аспект</vt:lpstr>
      <vt:lpstr>Проверка гипотезы однородности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7</cp:revision>
  <dcterms:created xsi:type="dcterms:W3CDTF">2020-04-22T19:51:32Z</dcterms:created>
  <dcterms:modified xsi:type="dcterms:W3CDTF">2026-04-02T08:36:06Z</dcterms:modified>
</cp:coreProperties>
</file>