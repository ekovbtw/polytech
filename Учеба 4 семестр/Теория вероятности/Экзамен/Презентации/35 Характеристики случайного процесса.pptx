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57" r:id="rId10"/>
    <p:sldId id="258" r:id="rId11"/>
    <p:sldId id="259" r:id="rId12"/>
    <p:sldId id="260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69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9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4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7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36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22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8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11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8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61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9558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350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020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612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098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3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1AAE7-0BEA-4614-9DE8-74E730B2667D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12FD3A-7136-479A-8CED-0641ACA13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Случайные процессы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Характеристики случайного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809BD4-BF91-1775-C230-37DA829F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001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8B354B-B3F3-A6E5-E880-9BBD85131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5528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52AFE3-E5CB-9307-DD03-ACEAAD2B6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667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A1F7D3-C820-E725-384F-F295DA0C6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743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A6E888-1854-837B-C6FC-ACB53361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721971" cy="68625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5796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9686BF-FF2F-B5A0-BD82-C2097BE23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332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0A396C-3AC4-2607-8415-0350C2AC8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458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57FCE7-E930-73ED-1C88-10CC5B73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F151E00-5202-A31E-E2D1-CE45E4872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934" y="3429000"/>
            <a:ext cx="4056931" cy="32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5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4E386B-C5BE-F364-3064-E0240EDD9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1079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F31044-974C-CB6C-9275-AC524A64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995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17438F-B358-AD59-AAC3-0675AA713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07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3EB200-001F-4C39-ADF3-A2DFB7C1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6852933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5</Words>
  <Application>Microsoft Office PowerPoint</Application>
  <PresentationFormat>Широкоэкранный</PresentationFormat>
  <Paragraphs>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Аспект</vt:lpstr>
      <vt:lpstr>Случайные процессы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6</cp:revision>
  <dcterms:created xsi:type="dcterms:W3CDTF">2020-11-22T22:03:40Z</dcterms:created>
  <dcterms:modified xsi:type="dcterms:W3CDTF">2024-11-13T21:33:42Z</dcterms:modified>
</cp:coreProperties>
</file>