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64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874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64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00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89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75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21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33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24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8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24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7730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644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5380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567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61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0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EEC48-0C98-4946-A5BF-2EC1CA9CD0E7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5FD697-8683-4D58-A811-F741762D20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59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Теорема Пойа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3F4F7F-7B30-8179-42BB-AECD8709A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8190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F0081A-717C-9CA1-490F-A845A65ED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5696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E17E-DD7E-7523-7400-13BB6871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531353-361B-2FD1-6B34-0116C6072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2912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8ADFB3-64EE-73B2-BCE5-C48088C11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7319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1844D2-E4B3-FE41-1CC9-98BDA8135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4436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4366C2-0157-6824-4233-DE097D7BB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79280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57564C-9C5E-3A28-E56A-3A66ADC8C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795827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4</Words>
  <Application>Microsoft Office PowerPoint</Application>
  <PresentationFormat>Широкоэкранный</PresentationFormat>
  <Paragraphs>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3</cp:revision>
  <dcterms:created xsi:type="dcterms:W3CDTF">2020-11-08T19:45:05Z</dcterms:created>
  <dcterms:modified xsi:type="dcterms:W3CDTF">2025-12-04T09:24:05Z</dcterms:modified>
</cp:coreProperties>
</file>