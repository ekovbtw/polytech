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61" r:id="rId4"/>
    <p:sldId id="262" r:id="rId5"/>
    <p:sldId id="257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39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30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7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29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85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8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26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30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70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1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0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414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748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38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203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9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A9B32-5F90-4B07-B878-CAF0942A864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7EE5DC-7CD8-47B7-AE3F-33D674776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19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Возвратные и невозвратные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EFDD55-47A8-A781-BC66-8B17E6D1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5281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C84FD6-3523-8C87-7773-C9DB2DAD6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4679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247B79-06D3-D9A3-CFF3-769CFE74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853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B88E68-7A3C-22CA-2A61-301F01B1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8937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C760AA-102E-8A74-20B9-D1EAA1C1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736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02CC4D-C692-6CDA-4B1D-4E5C27DA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869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7C943E-53F1-1C9A-D5F1-F2F3609A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05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FC69F6-B108-8329-7BCD-5EDCFCDBA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0161935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6</Words>
  <Application>Microsoft Office PowerPoint</Application>
  <PresentationFormat>Широкоэкранный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2020-11-08T19:41:59Z</dcterms:created>
  <dcterms:modified xsi:type="dcterms:W3CDTF">2025-12-04T09:23:59Z</dcterms:modified>
</cp:coreProperties>
</file>