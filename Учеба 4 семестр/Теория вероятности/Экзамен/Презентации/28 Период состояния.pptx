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9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71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5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270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70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793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33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08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96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17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18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54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294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0060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759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761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925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EDAE2-C982-404C-8752-97F921655DC7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86BCBDE-50E9-48C7-8F6D-5F4E1510E0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50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Период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B912CA-BDA1-8AB4-9161-02388A0E0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1800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D4A0ED-0B14-CE02-987F-640C945C6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94930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7C98DE-DAFF-D5AE-1450-3A5E92FF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7681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1AFD0D-206F-A4BD-BE13-DD80C1B9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5973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C599-E69D-9045-F2E4-C031520A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0067EC-D399-FDBE-F0D4-0CEB0770E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7454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16F1-27DB-A0C6-40C2-DD57C912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CD6072-E4FD-61B4-F250-4532C65A2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7657544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4</Words>
  <Application>Microsoft Office PowerPoint</Application>
  <PresentationFormat>Широкоэкранный</PresentationFormat>
  <Paragraphs>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3</cp:revision>
  <dcterms:created xsi:type="dcterms:W3CDTF">2020-11-08T19:40:45Z</dcterms:created>
  <dcterms:modified xsi:type="dcterms:W3CDTF">2025-11-20T09:27:07Z</dcterms:modified>
</cp:coreProperties>
</file>