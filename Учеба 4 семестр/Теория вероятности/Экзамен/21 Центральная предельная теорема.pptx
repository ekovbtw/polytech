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2" r:id="rId3"/>
    <p:sldId id="266" r:id="rId4"/>
    <p:sldId id="267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38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07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500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29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26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20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93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46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60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59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4598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509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6549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897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203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03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7278D-E931-425F-9619-D44AA6EB96B4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23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F32279B-731B-90C4-439C-5D1569C64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Предельные теоремы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186E17EF-108F-66A7-5473-D9445A6162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Центральная предельная теорема</a:t>
            </a:r>
          </a:p>
        </p:txBody>
      </p:sp>
    </p:spTree>
    <p:extLst>
      <p:ext uri="{BB962C8B-B14F-4D97-AF65-F5344CB8AC3E}">
        <p14:creationId xmlns:p14="http://schemas.microsoft.com/office/powerpoint/2010/main" val="3824959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EA98FD-252E-A59D-AC41-2B0A29C3C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11428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E3DD55-B5F3-3B2A-503B-BCDD39879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43427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568277-6A0A-6194-AB3D-6EABD5E95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49945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2AD781-9451-4A9B-CE1B-2F3726658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22890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C9C371-9F86-4C5D-FA61-1D1042C76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6912143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</TotalTime>
  <Words>5</Words>
  <Application>Microsoft Office PowerPoint</Application>
  <PresentationFormat>Широкоэкранный</PresentationFormat>
  <Paragraphs>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Аспект</vt:lpstr>
      <vt:lpstr>Предельные теоремы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5</cp:revision>
  <dcterms:created xsi:type="dcterms:W3CDTF">2020-10-11T14:00:48Z</dcterms:created>
  <dcterms:modified xsi:type="dcterms:W3CDTF">2025-10-30T09:58:27Z</dcterms:modified>
</cp:coreProperties>
</file>