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66" r:id="rId3"/>
    <p:sldId id="267" r:id="rId4"/>
    <p:sldId id="268" r:id="rId5"/>
    <p:sldId id="271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14.09.2022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5CCEED9-D196-E527-C9B0-6BB06CA1D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Последовательности испытаний</a:t>
            </a:r>
          </a:p>
        </p:txBody>
      </p:sp>
    </p:spTree>
    <p:extLst>
      <p:ext uri="{BB962C8B-B14F-4D97-AF65-F5344CB8AC3E}">
        <p14:creationId xmlns:p14="http://schemas.microsoft.com/office/powerpoint/2010/main" val="1741478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DC067C-D227-5C3F-F7C2-350275AEF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1148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965111-C573-A575-B91F-018C9B35F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31083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CA6285-F6C3-8121-E501-5FBC988B5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77234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E9F2B1-DDFD-9ED0-5B76-000862005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08414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0D212D-D394-F67F-F440-D22F77B9F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9358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4B8BCE-0ED2-D020-72B6-17E8C7591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77639"/>
            <a:ext cx="9825487" cy="69356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42911968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</TotalTime>
  <Words>2</Words>
  <Application>Microsoft Office PowerPoint</Application>
  <PresentationFormat>Широкоэкранный</PresentationFormat>
  <Paragraphs>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Аспект</vt:lpstr>
      <vt:lpstr>Последовательности испытаний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elena</cp:lastModifiedBy>
  <cp:revision>10</cp:revision>
  <dcterms:created xsi:type="dcterms:W3CDTF">2020-09-13T19:56:13Z</dcterms:created>
  <dcterms:modified xsi:type="dcterms:W3CDTF">2022-09-14T19:46:05Z</dcterms:modified>
</cp:coreProperties>
</file>