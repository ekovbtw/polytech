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2" r:id="rId11"/>
    <p:sldId id="263" r:id="rId12"/>
    <p:sldId id="264" r:id="rId13"/>
    <p:sldId id="266" r:id="rId14"/>
    <p:sldId id="272" r:id="rId15"/>
    <p:sldId id="26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>
        <p:scale>
          <a:sx n="80" d="100"/>
          <a:sy n="80" d="100"/>
        </p:scale>
        <p:origin x="552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BDF31-C57A-4B31-A0C9-9F917F20D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B4D137-F69D-4649-B20F-8A2DEF7BA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3BD704-124B-4C71-8F13-AA803415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C5269E-1FA5-4032-82E7-61BDD65C4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358D4C-722F-485E-ACF4-3A1E1A4F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88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74978-BC05-4C68-830E-A3AB7C42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75FA42-53BA-4577-BFE2-9147F234A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2113A-64AE-4946-B3C5-3946E90C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421AC-72C6-4CDA-9D7B-9C7EB53C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9BCCEA-D10F-431D-A56C-3F27EF4E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72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2FE0D-96AE-4736-BA71-63BF209A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A035BD-5F75-4C19-A3D3-071969621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151599-5A7E-4C53-B068-0F2FD659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CC7758-353E-478F-AFFB-EB73B4E8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F4B25E-E8F2-4106-80F3-518DC6DF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48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990E2-4250-469F-B980-C6853303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20EB15-4D94-419F-B27E-56DDF618A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40CCF8-1D57-4A27-97EA-FF82C7712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8891AD-BB6E-42EE-9B01-C0D82488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3D1CF6-E40D-4578-BDCD-D878D10A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C7A2EB-F956-429A-A563-E3FE330A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7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378DF-F19E-4A0D-A18F-4B6B27638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6D02EB-9D8B-492A-90B0-35CA35EDF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37C183-B343-4CB1-8EF8-798146432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9321AB-E5A5-4CC0-9C8D-1C855EB22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2C1D-AD73-494D-AACF-627177004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E0DFDD-0F51-4D01-A52D-8FAA78AE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2F2404-16BD-42DA-AD3B-136273E3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9D9765-8FCD-4050-9A5B-DFF162F5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16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35D0E-D920-4F44-86F2-95FD0A1F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EF9EEE-AE97-46C1-844E-1461A028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28E158-496B-4C1D-B8D8-F9380B23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9FEDB2-CB17-4CB3-985F-BEBD0296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60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F7A8431-F36B-4C48-8A8C-DEBE3A2F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70C917-B811-40E6-8FA1-74C6BFDA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76EDC3-241F-415C-863A-9EFFB2AF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67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52B89-2E90-470C-8B62-3E51118FC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7132C3-04C5-4AA2-BF16-5F671CB98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AF119-36AE-4138-940C-4F3221AF0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7200D-0CD4-4DFF-BC33-8F306BA0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BC9EB-6693-49D1-8C44-9C9DADFF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FC23F5-93D0-4201-81F7-A28BA410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80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A04BC-8C4C-4DF1-8D1C-CF21185F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58477A-6D15-4C91-A38B-9F43B2686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C9BE65-9B0F-478B-9FA1-D8411F51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D5E682-1358-45B9-93AF-7098AC33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A428F0-8E4B-4134-BC41-1BD65BBC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4F2DCE-DCDE-452B-AB66-C2F33098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63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35346-9080-4D13-A298-7021B9D8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7195C1-0172-41A7-B5D1-43F096461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52DDE-D944-427E-A610-6D9A07B8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97AFE-418C-4B58-9095-2D27D916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51A6A4-519D-4953-B237-EF3D5756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68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C392A1-A84A-4A86-A0D6-F6AF00963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A9BE37-9479-4A65-AED5-56096685F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03E16D-03D4-4A59-AAF2-BF2A475C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308089-B796-4E1B-886C-1383D6EB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2DCFDB-149D-4DD4-94ED-5AFA4BBB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87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D1F07-22CB-4DC7-BB69-73217D40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95CA72-E946-4942-9F6F-C043A8FC3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AAB980-5478-496C-9B37-AD51589E5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51750-6F70-43CD-AEB8-FC0573781FC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695284-26AE-462A-A321-4AAB76897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FD51F7-CDD8-4AC0-8573-D2E0822CD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3E5A4-737B-4F71-9689-A4A8BEADFB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20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493B3-D2E7-4724-9827-3848216FD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1E4945-68D6-45A2-AA16-7472E08469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62EA58-EE2C-418E-8EAF-A47462DFC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90549-8F10-4550-B424-25AAC4A8D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878373-2F56-4A04-904E-2150332D7F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329BB1-D5F8-4E4F-AF59-06E3A97C3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2581A4-ECF0-4593-A36F-F985A4FAB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8E21906-195D-4DEC-90C4-8A0D1F6B25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1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973533-C330-43A2-BF3D-7C63C443E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26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2EE7BC-7BEA-4DDE-AC1C-6308A7810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8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70F219-FF53-4593-9C4B-2CAB6884F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0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87B1B9-891D-4231-AA2B-7B62186D2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8C9F8B-1FC4-42EF-8708-F47015995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757" y="1523020"/>
            <a:ext cx="10342485" cy="492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2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C2DCD8-F76A-470C-8016-7BF0DC07D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FC62D7-09D0-42CC-9FD5-0FD25395E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" y="446578"/>
            <a:ext cx="3891045" cy="59648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AF5443-8F08-40F6-B695-D8408DEA5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7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B2FFF7-EAA3-41E9-858F-8C651109E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7FD9E7-004B-43F1-8DA0-CDEEBDF81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7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36711E-E4C6-42F6-AEE6-08CC88538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0599ED-9884-49E7-A8F6-7A42E6969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99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CD2105-7B43-43C3-A55C-C1C37BDFB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32A4AA-D009-4033-9636-3C8490684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0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F6D189-F1DD-453B-8F85-8460C1CBF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83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841F99-19C4-4848-A3D1-57E7D9E45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9400DA4A-20F2-4B24-B463-767FBF29DE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1387787"/>
              </p:ext>
            </p:extLst>
          </p:nvPr>
        </p:nvGraphicFramePr>
        <p:xfrm>
          <a:off x="3901440" y="1371600"/>
          <a:ext cx="4389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F730D4-90F8-437A-B648-E1FC530CF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9184F1-DCA5-49E5-B010-8F31AEF2B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96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60DCAD-94AA-40C8-BBB2-93E338858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73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0</Words>
  <Application>Microsoft Office PowerPoint</Application>
  <PresentationFormat>Широкоэкранный</PresentationFormat>
  <Paragraphs>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Варя</dc:creator>
  <cp:lastModifiedBy>Варя</cp:lastModifiedBy>
  <cp:revision>9</cp:revision>
  <dcterms:created xsi:type="dcterms:W3CDTF">2026-05-12T01:32:46Z</dcterms:created>
  <dcterms:modified xsi:type="dcterms:W3CDTF">2026-05-14T13:44:38Z</dcterms:modified>
</cp:coreProperties>
</file>